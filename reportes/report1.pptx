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  <p:sldId id="2569" r:id="rId9"/>
    <p:sldId id="25610" r:id="rId10"/>
    <p:sldId id="25611" r:id="rId11"/>
    <p:sldId id="25612" r:id="rId12"/>
    <p:sldId id="25613" r:id="rId13"/>
    <p:sldId id="25614" r:id="rId14"/>
    <p:sldId id="25615" r:id="rId15"/>
    <p:sldId id="25616" r:id="rId16"/>
    <p:sldId id="25617" r:id="rId17"/>
    <p:sldId id="25618" r:id="rId18"/>
    <p:sldId id="25619" r:id="rId19"/>
    <p:sldId id="25620" r:id="rId20"/>
    <p:sldId id="25621" r:id="rId21"/>
    <p:sldId id="25622" r:id="rId22"/>
    <p:sldId id="25623" r:id="rId23"/>
    <p:sldId id="25624" r:id="rId24"/>
  </p:sldIdLst>
  <p:sldSz cx="7556500" cy="106934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<Relationship Id="rIdTh" Type="http://schemas.openxmlformats.org/officeDocument/2006/relationships/theme" Target="../theme/theme1.xml"/>
<Relationship Id="rIdSl" Type="http://schemas.openxmlformats.org/officeDocument/2006/relationships/slideLayout" Target="../slideLayouts/slideLayout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894140" name="Text">
    </p:cNvPr>
          <p:cNvSpPr>
            <a:spLocks noGrp="1"/>
          </p:cNvSpPr>
          <p:nvPr/>
        </p:nvSpPr>
        <p:spPr>
          <a:xfrm rot="0">
            <a:off x="2806700" y="749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ñlasdkj ñaksdjfñlaskdf </a:t>
            </a:r>
          </a:p>
        </p:txBody>
      </p:sp>
      <p:sp>
        <p:nvSpPr>
          <p:cNvPr id="248212373" name="Text">
    </p:cNvPr>
          <p:cNvSpPr>
            <a:spLocks noGrp="1"/>
          </p:cNvSpPr>
          <p:nvPr/>
        </p:nvSpPr>
        <p:spPr>
          <a:xfrm rot="0">
            <a:off x="495300" y="170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292110537" name="Text">
    </p:cNvPr>
          <p:cNvSpPr>
            <a:spLocks noGrp="1"/>
          </p:cNvSpPr>
          <p:nvPr/>
        </p:nvSpPr>
        <p:spPr>
          <a:xfrm rot="0">
            <a:off x="1905000" y="170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147156895" name="Text">
    </p:cNvPr>
          <p:cNvSpPr>
            <a:spLocks noGrp="1"/>
          </p:cNvSpPr>
          <p:nvPr/>
        </p:nvSpPr>
        <p:spPr>
          <a:xfrm rot="0">
            <a:off x="3594100" y="1727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57751499" name="Text">
    </p:cNvPr>
          <p:cNvSpPr>
            <a:spLocks noGrp="1"/>
          </p:cNvSpPr>
          <p:nvPr/>
        </p:nvSpPr>
        <p:spPr>
          <a:xfrm rot="0">
            <a:off x="5080000" y="1727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334623295" name="Text">
    </p:cNvPr>
          <p:cNvSpPr>
            <a:spLocks noGrp="1"/>
          </p:cNvSpPr>
          <p:nvPr/>
        </p:nvSpPr>
        <p:spPr>
          <a:xfrm rot="0">
            <a:off x="495300" y="199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16528</a:t>
            </a:r>
          </a:p>
        </p:txBody>
      </p:sp>
      <p:sp>
        <p:nvSpPr>
          <p:cNvPr id="547026150" name="Text">
    </p:cNvPr>
          <p:cNvSpPr>
            <a:spLocks noGrp="1"/>
          </p:cNvSpPr>
          <p:nvPr/>
        </p:nvSpPr>
        <p:spPr>
          <a:xfrm rot="0">
            <a:off x="1905000" y="199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91010243" name="Text">
    </p:cNvPr>
          <p:cNvSpPr>
            <a:spLocks noGrp="1"/>
          </p:cNvSpPr>
          <p:nvPr/>
        </p:nvSpPr>
        <p:spPr>
          <a:xfrm rot="0">
            <a:off x="3365500" y="199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GALIOTTI            </a:t>
            </a:r>
          </a:p>
        </p:txBody>
      </p:sp>
      <p:sp>
        <p:nvSpPr>
          <p:cNvPr id="1776982327" name="Text">
    </p:cNvPr>
          <p:cNvSpPr>
            <a:spLocks noGrp="1"/>
          </p:cNvSpPr>
          <p:nvPr/>
        </p:nvSpPr>
        <p:spPr>
          <a:xfrm rot="0">
            <a:off x="5080000" y="199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César          </a:t>
            </a:r>
          </a:p>
        </p:txBody>
      </p:sp>
      <p:sp>
        <p:nvSpPr>
          <p:cNvPr id="686891060" name="Text">
    </p:cNvPr>
          <p:cNvSpPr>
            <a:spLocks noGrp="1"/>
          </p:cNvSpPr>
          <p:nvPr/>
        </p:nvSpPr>
        <p:spPr>
          <a:xfrm rot="0">
            <a:off x="495300" y="2400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16815</a:t>
            </a:r>
          </a:p>
        </p:txBody>
      </p:sp>
      <p:sp>
        <p:nvSpPr>
          <p:cNvPr id="1853442795" name="Text">
    </p:cNvPr>
          <p:cNvSpPr>
            <a:spLocks noGrp="1"/>
          </p:cNvSpPr>
          <p:nvPr/>
        </p:nvSpPr>
        <p:spPr>
          <a:xfrm rot="0">
            <a:off x="1905000" y="2400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62755830" name="Text">
    </p:cNvPr>
          <p:cNvSpPr>
            <a:spLocks noGrp="1"/>
          </p:cNvSpPr>
          <p:nvPr/>
        </p:nvSpPr>
        <p:spPr>
          <a:xfrm rot="0">
            <a:off x="3365500" y="2400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              </a:t>
            </a:r>
          </a:p>
        </p:txBody>
      </p:sp>
      <p:sp>
        <p:nvSpPr>
          <p:cNvPr id="1512232000" name="Text">
    </p:cNvPr>
          <p:cNvSpPr>
            <a:spLocks noGrp="1"/>
          </p:cNvSpPr>
          <p:nvPr/>
        </p:nvSpPr>
        <p:spPr>
          <a:xfrm rot="0">
            <a:off x="5080000" y="2400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Carlos         </a:t>
            </a:r>
          </a:p>
        </p:txBody>
      </p:sp>
      <p:sp>
        <p:nvSpPr>
          <p:cNvPr id="614261755" name="Text">
    </p:cNvPr>
          <p:cNvSpPr>
            <a:spLocks noGrp="1"/>
          </p:cNvSpPr>
          <p:nvPr/>
        </p:nvSpPr>
        <p:spPr>
          <a:xfrm rot="0">
            <a:off x="495300" y="2806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17052</a:t>
            </a:r>
          </a:p>
        </p:txBody>
      </p:sp>
      <p:sp>
        <p:nvSpPr>
          <p:cNvPr id="943425156" name="Text">
    </p:cNvPr>
          <p:cNvSpPr>
            <a:spLocks noGrp="1"/>
          </p:cNvSpPr>
          <p:nvPr/>
        </p:nvSpPr>
        <p:spPr>
          <a:xfrm rot="0">
            <a:off x="1905000" y="2806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74831091" name="Text">
    </p:cNvPr>
          <p:cNvSpPr>
            <a:spLocks noGrp="1"/>
          </p:cNvSpPr>
          <p:nvPr/>
        </p:nvSpPr>
        <p:spPr>
          <a:xfrm rot="0">
            <a:off x="3365500" y="2806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RIVERO              </a:t>
            </a:r>
          </a:p>
        </p:txBody>
      </p:sp>
      <p:sp>
        <p:nvSpPr>
          <p:cNvPr id="641800318" name="Text">
    </p:cNvPr>
          <p:cNvSpPr>
            <a:spLocks noGrp="1"/>
          </p:cNvSpPr>
          <p:nvPr/>
        </p:nvSpPr>
        <p:spPr>
          <a:xfrm rot="0">
            <a:off x="5080000" y="2806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Carlos         </a:t>
            </a:r>
          </a:p>
        </p:txBody>
      </p:sp>
      <p:sp>
        <p:nvSpPr>
          <p:cNvPr id="2075069392" name="Text">
    </p:cNvPr>
          <p:cNvSpPr>
            <a:spLocks noGrp="1"/>
          </p:cNvSpPr>
          <p:nvPr/>
        </p:nvSpPr>
        <p:spPr>
          <a:xfrm rot="0">
            <a:off x="495300" y="3213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17240</a:t>
            </a:r>
          </a:p>
        </p:txBody>
      </p:sp>
      <p:sp>
        <p:nvSpPr>
          <p:cNvPr id="556844064" name="Text">
    </p:cNvPr>
          <p:cNvSpPr>
            <a:spLocks noGrp="1"/>
          </p:cNvSpPr>
          <p:nvPr/>
        </p:nvSpPr>
        <p:spPr>
          <a:xfrm rot="0">
            <a:off x="1905000" y="3213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4450022" name="Text">
    </p:cNvPr>
          <p:cNvSpPr>
            <a:spLocks noGrp="1"/>
          </p:cNvSpPr>
          <p:nvPr/>
        </p:nvSpPr>
        <p:spPr>
          <a:xfrm rot="0">
            <a:off x="3365500" y="3213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CALDERON            </a:t>
            </a:r>
          </a:p>
        </p:txBody>
      </p:sp>
      <p:sp>
        <p:nvSpPr>
          <p:cNvPr id="1114998644" name="Text">
    </p:cNvPr>
          <p:cNvSpPr>
            <a:spLocks noGrp="1"/>
          </p:cNvSpPr>
          <p:nvPr/>
        </p:nvSpPr>
        <p:spPr>
          <a:xfrm rot="0">
            <a:off x="5080000" y="3213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Alberto Daniel      </a:t>
            </a:r>
          </a:p>
        </p:txBody>
      </p:sp>
      <p:sp>
        <p:nvSpPr>
          <p:cNvPr id="839905986" name="Text">
    </p:cNvPr>
          <p:cNvSpPr>
            <a:spLocks noGrp="1"/>
          </p:cNvSpPr>
          <p:nvPr/>
        </p:nvSpPr>
        <p:spPr>
          <a:xfrm rot="0">
            <a:off x="495300" y="3619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17449</a:t>
            </a:r>
          </a:p>
        </p:txBody>
      </p:sp>
      <p:sp>
        <p:nvSpPr>
          <p:cNvPr id="889894971" name="Text">
    </p:cNvPr>
          <p:cNvSpPr>
            <a:spLocks noGrp="1"/>
          </p:cNvSpPr>
          <p:nvPr/>
        </p:nvSpPr>
        <p:spPr>
          <a:xfrm rot="0">
            <a:off x="1905000" y="3619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88659889" name="Text">
    </p:cNvPr>
          <p:cNvSpPr>
            <a:spLocks noGrp="1"/>
          </p:cNvSpPr>
          <p:nvPr/>
        </p:nvSpPr>
        <p:spPr>
          <a:xfrm rot="0">
            <a:off x="3365500" y="3619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LLERA               </a:t>
            </a:r>
          </a:p>
        </p:txBody>
      </p:sp>
      <p:sp>
        <p:nvSpPr>
          <p:cNvPr id="354478827" name="Text">
    </p:cNvPr>
          <p:cNvSpPr>
            <a:spLocks noGrp="1"/>
          </p:cNvSpPr>
          <p:nvPr/>
        </p:nvSpPr>
        <p:spPr>
          <a:xfrm rot="0">
            <a:off x="5080000" y="3619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Joaquín Antonio     </a:t>
            </a:r>
          </a:p>
        </p:txBody>
      </p:sp>
      <p:sp>
        <p:nvSpPr>
          <p:cNvPr id="606008611" name="Text">
    </p:cNvPr>
          <p:cNvSpPr>
            <a:spLocks noGrp="1"/>
          </p:cNvSpPr>
          <p:nvPr/>
        </p:nvSpPr>
        <p:spPr>
          <a:xfrm rot="0">
            <a:off x="495300" y="4025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17449</a:t>
            </a:r>
          </a:p>
        </p:txBody>
      </p:sp>
      <p:sp>
        <p:nvSpPr>
          <p:cNvPr id="1819271003" name="Text">
    </p:cNvPr>
          <p:cNvSpPr>
            <a:spLocks noGrp="1"/>
          </p:cNvSpPr>
          <p:nvPr/>
        </p:nvSpPr>
        <p:spPr>
          <a:xfrm rot="0">
            <a:off x="1905000" y="4025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615581435" name="Text">
    </p:cNvPr>
          <p:cNvSpPr>
            <a:spLocks noGrp="1"/>
          </p:cNvSpPr>
          <p:nvPr/>
        </p:nvSpPr>
        <p:spPr>
          <a:xfrm rot="0">
            <a:off x="3365500" y="4025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LLERA               </a:t>
            </a:r>
          </a:p>
        </p:txBody>
      </p:sp>
      <p:sp>
        <p:nvSpPr>
          <p:cNvPr id="1648450446" name="Text">
    </p:cNvPr>
          <p:cNvSpPr>
            <a:spLocks noGrp="1"/>
          </p:cNvSpPr>
          <p:nvPr/>
        </p:nvSpPr>
        <p:spPr>
          <a:xfrm rot="0">
            <a:off x="5080000" y="4025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Joaquín Antonio     </a:t>
            </a:r>
          </a:p>
        </p:txBody>
      </p:sp>
      <p:sp>
        <p:nvSpPr>
          <p:cNvPr id="820115975" name="Text">
    </p:cNvPr>
          <p:cNvSpPr>
            <a:spLocks noGrp="1"/>
          </p:cNvSpPr>
          <p:nvPr/>
        </p:nvSpPr>
        <p:spPr>
          <a:xfrm rot="0">
            <a:off x="495300" y="4432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17628</a:t>
            </a:r>
          </a:p>
        </p:txBody>
      </p:sp>
      <p:sp>
        <p:nvSpPr>
          <p:cNvPr id="1139145379" name="Text">
    </p:cNvPr>
          <p:cNvSpPr>
            <a:spLocks noGrp="1"/>
          </p:cNvSpPr>
          <p:nvPr/>
        </p:nvSpPr>
        <p:spPr>
          <a:xfrm rot="0">
            <a:off x="1905000" y="4432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99671848" name="Text">
    </p:cNvPr>
          <p:cNvSpPr>
            <a:spLocks noGrp="1"/>
          </p:cNvSpPr>
          <p:nvPr/>
        </p:nvSpPr>
        <p:spPr>
          <a:xfrm rot="0">
            <a:off x="3365500" y="4432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MALDONADO           </a:t>
            </a:r>
          </a:p>
        </p:txBody>
      </p:sp>
      <p:sp>
        <p:nvSpPr>
          <p:cNvPr id="1132086410" name="Text">
    </p:cNvPr>
          <p:cNvSpPr>
            <a:spLocks noGrp="1"/>
          </p:cNvSpPr>
          <p:nvPr/>
        </p:nvSpPr>
        <p:spPr>
          <a:xfrm rot="0">
            <a:off x="5080000" y="4432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Gustavo Carlos      </a:t>
            </a:r>
          </a:p>
        </p:txBody>
      </p:sp>
      <p:sp>
        <p:nvSpPr>
          <p:cNvPr id="271180450" name="Text">
    </p:cNvPr>
          <p:cNvSpPr>
            <a:spLocks noGrp="1"/>
          </p:cNvSpPr>
          <p:nvPr/>
        </p:nvSpPr>
        <p:spPr>
          <a:xfrm rot="0">
            <a:off x="495300" y="4838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17628</a:t>
            </a:r>
          </a:p>
        </p:txBody>
      </p:sp>
      <p:sp>
        <p:nvSpPr>
          <p:cNvPr id="769524216" name="Text">
    </p:cNvPr>
          <p:cNvSpPr>
            <a:spLocks noGrp="1"/>
          </p:cNvSpPr>
          <p:nvPr/>
        </p:nvSpPr>
        <p:spPr>
          <a:xfrm rot="0">
            <a:off x="1905000" y="4838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246976078" name="Text">
    </p:cNvPr>
          <p:cNvSpPr>
            <a:spLocks noGrp="1"/>
          </p:cNvSpPr>
          <p:nvPr/>
        </p:nvSpPr>
        <p:spPr>
          <a:xfrm rot="0">
            <a:off x="3365500" y="4838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MALDONADO           </a:t>
            </a:r>
          </a:p>
        </p:txBody>
      </p:sp>
      <p:sp>
        <p:nvSpPr>
          <p:cNvPr id="634031873" name="Text">
    </p:cNvPr>
          <p:cNvSpPr>
            <a:spLocks noGrp="1"/>
          </p:cNvSpPr>
          <p:nvPr/>
        </p:nvSpPr>
        <p:spPr>
          <a:xfrm rot="0">
            <a:off x="5080000" y="4838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Gustavo Carlos      </a:t>
            </a:r>
          </a:p>
        </p:txBody>
      </p:sp>
      <p:sp>
        <p:nvSpPr>
          <p:cNvPr id="359833097" name="Text">
    </p:cNvPr>
          <p:cNvSpPr>
            <a:spLocks noGrp="1"/>
          </p:cNvSpPr>
          <p:nvPr/>
        </p:nvSpPr>
        <p:spPr>
          <a:xfrm rot="0">
            <a:off x="495300" y="5245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17749</a:t>
            </a:r>
          </a:p>
        </p:txBody>
      </p:sp>
      <p:sp>
        <p:nvSpPr>
          <p:cNvPr id="400911327" name="Text">
    </p:cNvPr>
          <p:cNvSpPr>
            <a:spLocks noGrp="1"/>
          </p:cNvSpPr>
          <p:nvPr/>
        </p:nvSpPr>
        <p:spPr>
          <a:xfrm rot="0">
            <a:off x="1905000" y="5245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60472250" name="Text">
    </p:cNvPr>
          <p:cNvSpPr>
            <a:spLocks noGrp="1"/>
          </p:cNvSpPr>
          <p:nvPr/>
        </p:nvSpPr>
        <p:spPr>
          <a:xfrm rot="0">
            <a:off x="3365500" y="5245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ZANI                </a:t>
            </a:r>
          </a:p>
        </p:txBody>
      </p:sp>
      <p:sp>
        <p:nvSpPr>
          <p:cNvPr id="419020540" name="Text">
    </p:cNvPr>
          <p:cNvSpPr>
            <a:spLocks noGrp="1"/>
          </p:cNvSpPr>
          <p:nvPr/>
        </p:nvSpPr>
        <p:spPr>
          <a:xfrm rot="0">
            <a:off x="5080000" y="5245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Aldo Raúl           </a:t>
            </a:r>
          </a:p>
        </p:txBody>
      </p:sp>
      <p:sp>
        <p:nvSpPr>
          <p:cNvPr id="879337267" name="Text">
    </p:cNvPr>
          <p:cNvSpPr>
            <a:spLocks noGrp="1"/>
          </p:cNvSpPr>
          <p:nvPr/>
        </p:nvSpPr>
        <p:spPr>
          <a:xfrm rot="0">
            <a:off x="495300" y="5651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17860</a:t>
            </a:r>
          </a:p>
        </p:txBody>
      </p:sp>
      <p:sp>
        <p:nvSpPr>
          <p:cNvPr id="38987815" name="Text">
    </p:cNvPr>
          <p:cNvSpPr>
            <a:spLocks noGrp="1"/>
          </p:cNvSpPr>
          <p:nvPr/>
        </p:nvSpPr>
        <p:spPr>
          <a:xfrm rot="0">
            <a:off x="1905000" y="5651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85694370" name="Text">
    </p:cNvPr>
          <p:cNvSpPr>
            <a:spLocks noGrp="1"/>
          </p:cNvSpPr>
          <p:nvPr/>
        </p:nvSpPr>
        <p:spPr>
          <a:xfrm rot="0">
            <a:off x="3365500" y="5651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ROLDAN              </a:t>
            </a:r>
          </a:p>
        </p:txBody>
      </p:sp>
      <p:sp>
        <p:nvSpPr>
          <p:cNvPr id="2039325545" name="Text">
    </p:cNvPr>
          <p:cNvSpPr>
            <a:spLocks noGrp="1"/>
          </p:cNvSpPr>
          <p:nvPr/>
        </p:nvSpPr>
        <p:spPr>
          <a:xfrm rot="0">
            <a:off x="5080000" y="5651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          </a:t>
            </a:r>
          </a:p>
        </p:txBody>
      </p:sp>
      <p:sp>
        <p:nvSpPr>
          <p:cNvPr id="1105428695" name="Text">
    </p:cNvPr>
          <p:cNvSpPr>
            <a:spLocks noGrp="1"/>
          </p:cNvSpPr>
          <p:nvPr/>
        </p:nvSpPr>
        <p:spPr>
          <a:xfrm rot="0">
            <a:off x="495300" y="6057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18163</a:t>
            </a:r>
          </a:p>
        </p:txBody>
      </p:sp>
      <p:sp>
        <p:nvSpPr>
          <p:cNvPr id="1059046668" name="Text">
    </p:cNvPr>
          <p:cNvSpPr>
            <a:spLocks noGrp="1"/>
          </p:cNvSpPr>
          <p:nvPr/>
        </p:nvSpPr>
        <p:spPr>
          <a:xfrm rot="0">
            <a:off x="1905000" y="6057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52882740" name="Text">
    </p:cNvPr>
          <p:cNvSpPr>
            <a:spLocks noGrp="1"/>
          </p:cNvSpPr>
          <p:nvPr/>
        </p:nvSpPr>
        <p:spPr>
          <a:xfrm rot="0">
            <a:off x="3365500" y="6057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CHERUBINI           </a:t>
            </a:r>
          </a:p>
        </p:txBody>
      </p:sp>
      <p:sp>
        <p:nvSpPr>
          <p:cNvPr id="534959900" name="Text">
    </p:cNvPr>
          <p:cNvSpPr>
            <a:spLocks noGrp="1"/>
          </p:cNvSpPr>
          <p:nvPr/>
        </p:nvSpPr>
        <p:spPr>
          <a:xfrm rot="0">
            <a:off x="5080000" y="6057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Rolando Jorge       </a:t>
            </a:r>
          </a:p>
        </p:txBody>
      </p:sp>
      <p:sp>
        <p:nvSpPr>
          <p:cNvPr id="1704492958" name="Text">
    </p:cNvPr>
          <p:cNvSpPr>
            <a:spLocks noGrp="1"/>
          </p:cNvSpPr>
          <p:nvPr/>
        </p:nvSpPr>
        <p:spPr>
          <a:xfrm rot="0">
            <a:off x="495300" y="6464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18176</a:t>
            </a:r>
          </a:p>
        </p:txBody>
      </p:sp>
      <p:sp>
        <p:nvSpPr>
          <p:cNvPr id="2128777773" name="Text">
    </p:cNvPr>
          <p:cNvSpPr>
            <a:spLocks noGrp="1"/>
          </p:cNvSpPr>
          <p:nvPr/>
        </p:nvSpPr>
        <p:spPr>
          <a:xfrm rot="0">
            <a:off x="1905000" y="6464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90471791" name="Text">
    </p:cNvPr>
          <p:cNvSpPr>
            <a:spLocks noGrp="1"/>
          </p:cNvSpPr>
          <p:nvPr/>
        </p:nvSpPr>
        <p:spPr>
          <a:xfrm rot="0">
            <a:off x="3365500" y="6464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ZANI                </a:t>
            </a:r>
          </a:p>
        </p:txBody>
      </p:sp>
      <p:sp>
        <p:nvSpPr>
          <p:cNvPr id="1522040284" name="Text">
    </p:cNvPr>
          <p:cNvSpPr>
            <a:spLocks noGrp="1"/>
          </p:cNvSpPr>
          <p:nvPr/>
        </p:nvSpPr>
        <p:spPr>
          <a:xfrm rot="0">
            <a:off x="5080000" y="6464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Darío         </a:t>
            </a:r>
          </a:p>
        </p:txBody>
      </p:sp>
      <p:sp>
        <p:nvSpPr>
          <p:cNvPr id="105850124" name="Text">
    </p:cNvPr>
          <p:cNvSpPr>
            <a:spLocks noGrp="1"/>
          </p:cNvSpPr>
          <p:nvPr/>
        </p:nvSpPr>
        <p:spPr>
          <a:xfrm rot="0">
            <a:off x="495300" y="6870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18235</a:t>
            </a:r>
          </a:p>
        </p:txBody>
      </p:sp>
      <p:sp>
        <p:nvSpPr>
          <p:cNvPr id="906574352" name="Text">
    </p:cNvPr>
          <p:cNvSpPr>
            <a:spLocks noGrp="1"/>
          </p:cNvSpPr>
          <p:nvPr/>
        </p:nvSpPr>
        <p:spPr>
          <a:xfrm rot="0">
            <a:off x="1905000" y="6870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98658599" name="Text">
    </p:cNvPr>
          <p:cNvSpPr>
            <a:spLocks noGrp="1"/>
          </p:cNvSpPr>
          <p:nvPr/>
        </p:nvSpPr>
        <p:spPr>
          <a:xfrm rot="0">
            <a:off x="3365500" y="6870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MERINO              </a:t>
            </a:r>
          </a:p>
        </p:txBody>
      </p:sp>
      <p:sp>
        <p:nvSpPr>
          <p:cNvPr id="106094753" name="Text">
    </p:cNvPr>
          <p:cNvSpPr>
            <a:spLocks noGrp="1"/>
          </p:cNvSpPr>
          <p:nvPr/>
        </p:nvSpPr>
        <p:spPr>
          <a:xfrm rot="0">
            <a:off x="5080000" y="68707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Javier Eduardo      </a:t>
            </a:r>
          </a:p>
        </p:txBody>
      </p:sp>
      <p:sp>
        <p:nvSpPr>
          <p:cNvPr id="723086661" name="Text">
    </p:cNvPr>
          <p:cNvSpPr>
            <a:spLocks noGrp="1"/>
          </p:cNvSpPr>
          <p:nvPr/>
        </p:nvSpPr>
        <p:spPr>
          <a:xfrm rot="0">
            <a:off x="495300" y="7277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18615</a:t>
            </a:r>
          </a:p>
        </p:txBody>
      </p:sp>
      <p:sp>
        <p:nvSpPr>
          <p:cNvPr id="307553054" name="Text">
    </p:cNvPr>
          <p:cNvSpPr>
            <a:spLocks noGrp="1"/>
          </p:cNvSpPr>
          <p:nvPr/>
        </p:nvSpPr>
        <p:spPr>
          <a:xfrm rot="0">
            <a:off x="1905000" y="7277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1040249" name="Text">
    </p:cNvPr>
          <p:cNvSpPr>
            <a:spLocks noGrp="1"/>
          </p:cNvSpPr>
          <p:nvPr/>
        </p:nvSpPr>
        <p:spPr>
          <a:xfrm rot="0">
            <a:off x="3365500" y="7277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SAVINA              </a:t>
            </a:r>
          </a:p>
        </p:txBody>
      </p:sp>
      <p:sp>
        <p:nvSpPr>
          <p:cNvPr id="987489790" name="Text">
    </p:cNvPr>
          <p:cNvSpPr>
            <a:spLocks noGrp="1"/>
          </p:cNvSpPr>
          <p:nvPr/>
        </p:nvSpPr>
        <p:spPr>
          <a:xfrm rot="0">
            <a:off x="5080000" y="72771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Susana del Carmen   </a:t>
            </a:r>
          </a:p>
        </p:txBody>
      </p:sp>
      <p:sp>
        <p:nvSpPr>
          <p:cNvPr id="987276514" name="Text">
    </p:cNvPr>
          <p:cNvSpPr>
            <a:spLocks noGrp="1"/>
          </p:cNvSpPr>
          <p:nvPr/>
        </p:nvSpPr>
        <p:spPr>
          <a:xfrm rot="0">
            <a:off x="495300" y="7683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18616</a:t>
            </a:r>
          </a:p>
        </p:txBody>
      </p:sp>
      <p:sp>
        <p:nvSpPr>
          <p:cNvPr id="1697714076" name="Text">
    </p:cNvPr>
          <p:cNvSpPr>
            <a:spLocks noGrp="1"/>
          </p:cNvSpPr>
          <p:nvPr/>
        </p:nvSpPr>
        <p:spPr>
          <a:xfrm rot="0">
            <a:off x="1905000" y="7683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12741290" name="Text">
    </p:cNvPr>
          <p:cNvSpPr>
            <a:spLocks noGrp="1"/>
          </p:cNvSpPr>
          <p:nvPr/>
        </p:nvSpPr>
        <p:spPr>
          <a:xfrm rot="0">
            <a:off x="3365500" y="7683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GUZMAN              </a:t>
            </a:r>
          </a:p>
        </p:txBody>
      </p:sp>
      <p:sp>
        <p:nvSpPr>
          <p:cNvPr id="980453486" name="Text">
    </p:cNvPr>
          <p:cNvSpPr>
            <a:spLocks noGrp="1"/>
          </p:cNvSpPr>
          <p:nvPr/>
        </p:nvSpPr>
        <p:spPr>
          <a:xfrm rot="0">
            <a:off x="5080000" y="7683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Rubén Ernesto       </a:t>
            </a:r>
          </a:p>
        </p:txBody>
      </p:sp>
      <p:sp>
        <p:nvSpPr>
          <p:cNvPr id="839715771" name="Text">
    </p:cNvPr>
          <p:cNvSpPr>
            <a:spLocks noGrp="1"/>
          </p:cNvSpPr>
          <p:nvPr/>
        </p:nvSpPr>
        <p:spPr>
          <a:xfrm rot="0">
            <a:off x="495300" y="8089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18698</a:t>
            </a:r>
          </a:p>
        </p:txBody>
      </p:sp>
      <p:sp>
        <p:nvSpPr>
          <p:cNvPr id="1987918760" name="Text">
    </p:cNvPr>
          <p:cNvSpPr>
            <a:spLocks noGrp="1"/>
          </p:cNvSpPr>
          <p:nvPr/>
        </p:nvSpPr>
        <p:spPr>
          <a:xfrm rot="0">
            <a:off x="1905000" y="8089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00019294" name="Text">
    </p:cNvPr>
          <p:cNvSpPr>
            <a:spLocks noGrp="1"/>
          </p:cNvSpPr>
          <p:nvPr/>
        </p:nvSpPr>
        <p:spPr>
          <a:xfrm rot="0">
            <a:off x="3365500" y="8089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FERNANDEZ           </a:t>
            </a:r>
          </a:p>
        </p:txBody>
      </p:sp>
      <p:sp>
        <p:nvSpPr>
          <p:cNvPr id="1500459148" name="Text">
    </p:cNvPr>
          <p:cNvSpPr>
            <a:spLocks noGrp="1"/>
          </p:cNvSpPr>
          <p:nvPr/>
        </p:nvSpPr>
        <p:spPr>
          <a:xfrm rot="0">
            <a:off x="5080000" y="8089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Sandra Mónica       </a:t>
            </a:r>
          </a:p>
        </p:txBody>
      </p:sp>
      <p:sp>
        <p:nvSpPr>
          <p:cNvPr id="316433715" name="Text">
    </p:cNvPr>
          <p:cNvSpPr>
            <a:spLocks noGrp="1"/>
          </p:cNvSpPr>
          <p:nvPr/>
        </p:nvSpPr>
        <p:spPr>
          <a:xfrm rot="0">
            <a:off x="495300" y="8496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18740</a:t>
            </a:r>
          </a:p>
        </p:txBody>
      </p:sp>
      <p:sp>
        <p:nvSpPr>
          <p:cNvPr id="1131938033" name="Text">
    </p:cNvPr>
          <p:cNvSpPr>
            <a:spLocks noGrp="1"/>
          </p:cNvSpPr>
          <p:nvPr/>
        </p:nvSpPr>
        <p:spPr>
          <a:xfrm rot="0">
            <a:off x="1905000" y="8496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72375505" name="Text">
    </p:cNvPr>
          <p:cNvSpPr>
            <a:spLocks noGrp="1"/>
          </p:cNvSpPr>
          <p:nvPr/>
        </p:nvSpPr>
        <p:spPr>
          <a:xfrm rot="0">
            <a:off x="3365500" y="8496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NACIF               </a:t>
            </a:r>
          </a:p>
        </p:txBody>
      </p:sp>
      <p:sp>
        <p:nvSpPr>
          <p:cNvPr id="377841842" name="Text">
    </p:cNvPr>
          <p:cNvSpPr>
            <a:spLocks noGrp="1"/>
          </p:cNvSpPr>
          <p:nvPr/>
        </p:nvSpPr>
        <p:spPr>
          <a:xfrm rot="0">
            <a:off x="5080000" y="84963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 Héctor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94315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353518098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638905484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459213166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732432222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18740</a:t>
            </a:r>
          </a:p>
        </p:txBody>
      </p:sp>
      <p:sp>
        <p:nvSpPr>
          <p:cNvPr id="612090550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59204720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NACIF               </a:t>
            </a:r>
          </a:p>
        </p:txBody>
      </p:sp>
      <p:sp>
        <p:nvSpPr>
          <p:cNvPr id="193991011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 Héctor       </a:t>
            </a:r>
          </a:p>
        </p:txBody>
      </p:sp>
      <p:sp>
        <p:nvSpPr>
          <p:cNvPr id="526745731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18793</a:t>
            </a:r>
          </a:p>
        </p:txBody>
      </p:sp>
      <p:sp>
        <p:nvSpPr>
          <p:cNvPr id="108790798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93699723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GENNARI             </a:t>
            </a:r>
          </a:p>
        </p:txBody>
      </p:sp>
      <p:sp>
        <p:nvSpPr>
          <p:cNvPr id="1690312944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Juan      </a:t>
            </a:r>
          </a:p>
        </p:txBody>
      </p:sp>
      <p:sp>
        <p:nvSpPr>
          <p:cNvPr id="28483645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18807</a:t>
            </a:r>
          </a:p>
        </p:txBody>
      </p:sp>
      <p:sp>
        <p:nvSpPr>
          <p:cNvPr id="1983251881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20678880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TESTA               </a:t>
            </a:r>
          </a:p>
        </p:txBody>
      </p:sp>
      <p:sp>
        <p:nvSpPr>
          <p:cNvPr id="1626748814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Patricia Mónica     </a:t>
            </a:r>
          </a:p>
        </p:txBody>
      </p:sp>
      <p:sp>
        <p:nvSpPr>
          <p:cNvPr id="1153006941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18893</a:t>
            </a:r>
          </a:p>
        </p:txBody>
      </p:sp>
      <p:sp>
        <p:nvSpPr>
          <p:cNvPr id="1842710506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7380095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PERALTA             </a:t>
            </a:r>
          </a:p>
        </p:txBody>
      </p:sp>
      <p:sp>
        <p:nvSpPr>
          <p:cNvPr id="316570586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Iris Edith          </a:t>
            </a:r>
          </a:p>
        </p:txBody>
      </p:sp>
      <p:sp>
        <p:nvSpPr>
          <p:cNvPr id="1284845283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19120</a:t>
            </a:r>
          </a:p>
        </p:txBody>
      </p:sp>
      <p:sp>
        <p:nvSpPr>
          <p:cNvPr id="1446600796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57210685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OCAÑA               </a:t>
            </a:r>
          </a:p>
        </p:txBody>
      </p:sp>
      <p:sp>
        <p:nvSpPr>
          <p:cNvPr id="68684361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Pablo          </a:t>
            </a:r>
          </a:p>
        </p:txBody>
      </p:sp>
      <p:sp>
        <p:nvSpPr>
          <p:cNvPr id="1179336888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19174</a:t>
            </a:r>
          </a:p>
        </p:txBody>
      </p:sp>
      <p:sp>
        <p:nvSpPr>
          <p:cNvPr id="1988498453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52984957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CASTRO              </a:t>
            </a:r>
          </a:p>
        </p:txBody>
      </p:sp>
      <p:sp>
        <p:nvSpPr>
          <p:cNvPr id="501926661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Edgardo Javier      </a:t>
            </a:r>
          </a:p>
        </p:txBody>
      </p:sp>
      <p:sp>
        <p:nvSpPr>
          <p:cNvPr id="565626011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19246</a:t>
            </a:r>
          </a:p>
        </p:txBody>
      </p:sp>
      <p:sp>
        <p:nvSpPr>
          <p:cNvPr id="1713745255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65827221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BENAVIDE            </a:t>
            </a:r>
          </a:p>
        </p:txBody>
      </p:sp>
      <p:sp>
        <p:nvSpPr>
          <p:cNvPr id="608911275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Miguel Angel        </a:t>
            </a:r>
          </a:p>
        </p:txBody>
      </p:sp>
      <p:sp>
        <p:nvSpPr>
          <p:cNvPr id="1212220970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19317</a:t>
            </a:r>
          </a:p>
        </p:txBody>
      </p:sp>
      <p:sp>
        <p:nvSpPr>
          <p:cNvPr id="620483701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88972875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CARETTA             </a:t>
            </a:r>
          </a:p>
        </p:txBody>
      </p:sp>
      <p:sp>
        <p:nvSpPr>
          <p:cNvPr id="1306584258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Adriana Inés        </a:t>
            </a:r>
          </a:p>
        </p:txBody>
      </p:sp>
      <p:sp>
        <p:nvSpPr>
          <p:cNvPr id="1741333631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19368</a:t>
            </a:r>
          </a:p>
        </p:txBody>
      </p:sp>
      <p:sp>
        <p:nvSpPr>
          <p:cNvPr id="687194901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17647541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LEPEZ               </a:t>
            </a:r>
          </a:p>
        </p:txBody>
      </p:sp>
      <p:sp>
        <p:nvSpPr>
          <p:cNvPr id="645967590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Elena       </a:t>
            </a:r>
          </a:p>
        </p:txBody>
      </p:sp>
      <p:sp>
        <p:nvSpPr>
          <p:cNvPr id="1247449545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19368</a:t>
            </a:r>
          </a:p>
        </p:txBody>
      </p:sp>
      <p:sp>
        <p:nvSpPr>
          <p:cNvPr id="1657154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081983514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LEPEZ               </a:t>
            </a:r>
          </a:p>
        </p:txBody>
      </p:sp>
      <p:sp>
        <p:nvSpPr>
          <p:cNvPr id="798375580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Elena       </a:t>
            </a:r>
          </a:p>
        </p:txBody>
      </p:sp>
      <p:sp>
        <p:nvSpPr>
          <p:cNvPr id="820546604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19404</a:t>
            </a:r>
          </a:p>
        </p:txBody>
      </p:sp>
      <p:sp>
        <p:nvSpPr>
          <p:cNvPr id="1934276041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69972801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PACHECO             </a:t>
            </a:r>
          </a:p>
        </p:txBody>
      </p:sp>
      <p:sp>
        <p:nvSpPr>
          <p:cNvPr id="19640958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Gustavo Ariel       </a:t>
            </a:r>
          </a:p>
        </p:txBody>
      </p:sp>
      <p:sp>
        <p:nvSpPr>
          <p:cNvPr id="373529656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19477</a:t>
            </a:r>
          </a:p>
        </p:txBody>
      </p:sp>
      <p:sp>
        <p:nvSpPr>
          <p:cNvPr id="818228211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23750536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TACCHINI            </a:t>
            </a:r>
          </a:p>
        </p:txBody>
      </p:sp>
      <p:sp>
        <p:nvSpPr>
          <p:cNvPr id="153072476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Fabio Marcos        </a:t>
            </a:r>
          </a:p>
        </p:txBody>
      </p:sp>
      <p:sp>
        <p:nvSpPr>
          <p:cNvPr id="3695026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19689</a:t>
            </a:r>
          </a:p>
        </p:txBody>
      </p:sp>
      <p:sp>
        <p:nvSpPr>
          <p:cNvPr id="197275986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75041829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DEI ROSSI           </a:t>
            </a:r>
          </a:p>
        </p:txBody>
      </p:sp>
      <p:sp>
        <p:nvSpPr>
          <p:cNvPr id="668402191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Mariana             </a:t>
            </a:r>
          </a:p>
        </p:txBody>
      </p:sp>
      <p:sp>
        <p:nvSpPr>
          <p:cNvPr id="348666680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19759</a:t>
            </a:r>
          </a:p>
        </p:txBody>
      </p:sp>
      <p:sp>
        <p:nvSpPr>
          <p:cNvPr id="1705501744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03574899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ALBORNOZ            </a:t>
            </a:r>
          </a:p>
        </p:txBody>
      </p:sp>
      <p:sp>
        <p:nvSpPr>
          <p:cNvPr id="171954487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Daniel         </a:t>
            </a:r>
          </a:p>
        </p:txBody>
      </p:sp>
      <p:sp>
        <p:nvSpPr>
          <p:cNvPr id="1673557794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19791</a:t>
            </a:r>
          </a:p>
        </p:txBody>
      </p:sp>
      <p:sp>
        <p:nvSpPr>
          <p:cNvPr id="1892518999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86520476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RODRIGUEZ           </a:t>
            </a:r>
          </a:p>
        </p:txBody>
      </p:sp>
      <p:sp>
        <p:nvSpPr>
          <p:cNvPr id="316494090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Eugenia       </a:t>
            </a:r>
          </a:p>
        </p:txBody>
      </p:sp>
      <p:sp>
        <p:nvSpPr>
          <p:cNvPr id="2146660658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19797</a:t>
            </a:r>
          </a:p>
        </p:txBody>
      </p:sp>
      <p:sp>
        <p:nvSpPr>
          <p:cNvPr id="1200409406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19506724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ECHEVARRIA          </a:t>
            </a:r>
          </a:p>
        </p:txBody>
      </p:sp>
      <p:sp>
        <p:nvSpPr>
          <p:cNvPr id="282376988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Susana  Elizabeth   </a:t>
            </a:r>
          </a:p>
        </p:txBody>
      </p:sp>
      <p:sp>
        <p:nvSpPr>
          <p:cNvPr id="2118661093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19875</a:t>
            </a:r>
          </a:p>
        </p:txBody>
      </p:sp>
      <p:sp>
        <p:nvSpPr>
          <p:cNvPr id="910639144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43624686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DEDIOL              </a:t>
            </a:r>
          </a:p>
        </p:txBody>
      </p:sp>
      <p:sp>
        <p:nvSpPr>
          <p:cNvPr id="1714435530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Cora                </a:t>
            </a:r>
          </a:p>
        </p:txBody>
      </p:sp>
      <p:sp>
        <p:nvSpPr>
          <p:cNvPr id="1729860911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19952</a:t>
            </a:r>
          </a:p>
        </p:txBody>
      </p:sp>
      <p:sp>
        <p:nvSpPr>
          <p:cNvPr id="1138718091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0693373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VALLONE             </a:t>
            </a:r>
          </a:p>
        </p:txBody>
      </p:sp>
      <p:sp>
        <p:nvSpPr>
          <p:cNvPr id="18787686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Rosana Celia        </a:t>
            </a:r>
          </a:p>
        </p:txBody>
      </p:sp>
      <p:sp>
        <p:nvSpPr>
          <p:cNvPr id="84542493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19977</a:t>
            </a:r>
          </a:p>
        </p:txBody>
      </p:sp>
      <p:sp>
        <p:nvSpPr>
          <p:cNvPr id="1418989184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45315553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MATEY               </a:t>
            </a:r>
          </a:p>
        </p:txBody>
      </p:sp>
      <p:sp>
        <p:nvSpPr>
          <p:cNvPr id="1422571210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Domingo Ramón       </a:t>
            </a:r>
          </a:p>
        </p:txBody>
      </p:sp>
      <p:sp>
        <p:nvSpPr>
          <p:cNvPr id="1218884419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20010</a:t>
            </a:r>
          </a:p>
        </p:txBody>
      </p:sp>
      <p:sp>
        <p:nvSpPr>
          <p:cNvPr id="943921400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526941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MASUELLI            </a:t>
            </a:r>
          </a:p>
        </p:txBody>
      </p:sp>
      <p:sp>
        <p:nvSpPr>
          <p:cNvPr id="294207149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Ricardo Williams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197849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36444012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314747788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506828933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2146711507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20015</a:t>
            </a:r>
          </a:p>
        </p:txBody>
      </p:sp>
      <p:sp>
        <p:nvSpPr>
          <p:cNvPr id="2055028549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85328342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GODOY               </a:t>
            </a:r>
          </a:p>
        </p:txBody>
      </p:sp>
      <p:sp>
        <p:nvSpPr>
          <p:cNvPr id="1946737578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Patricia Rosa       </a:t>
            </a:r>
          </a:p>
        </p:txBody>
      </p:sp>
      <p:sp>
        <p:nvSpPr>
          <p:cNvPr id="1905111401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20078</a:t>
            </a:r>
          </a:p>
        </p:txBody>
      </p:sp>
      <p:sp>
        <p:nvSpPr>
          <p:cNvPr id="226139837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33668916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MARINARO            </a:t>
            </a:r>
          </a:p>
        </p:txBody>
      </p:sp>
      <p:sp>
        <p:nvSpPr>
          <p:cNvPr id="2083136762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Raquel Vicenta      </a:t>
            </a:r>
          </a:p>
        </p:txBody>
      </p:sp>
      <p:sp>
        <p:nvSpPr>
          <p:cNvPr id="853661893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20143</a:t>
            </a:r>
          </a:p>
        </p:txBody>
      </p:sp>
      <p:sp>
        <p:nvSpPr>
          <p:cNvPr id="157190044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88183698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MATTIOLI            </a:t>
            </a:r>
          </a:p>
        </p:txBody>
      </p:sp>
      <p:sp>
        <p:nvSpPr>
          <p:cNvPr id="1515880746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 Marino       </a:t>
            </a:r>
          </a:p>
        </p:txBody>
      </p:sp>
      <p:sp>
        <p:nvSpPr>
          <p:cNvPr id="1809193661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20144</a:t>
            </a:r>
          </a:p>
        </p:txBody>
      </p:sp>
      <p:sp>
        <p:nvSpPr>
          <p:cNvPr id="896902554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5350678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BALMES              </a:t>
            </a:r>
          </a:p>
        </p:txBody>
      </p:sp>
      <p:sp>
        <p:nvSpPr>
          <p:cNvPr id="285865980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César Luciano       </a:t>
            </a:r>
          </a:p>
        </p:txBody>
      </p:sp>
      <p:sp>
        <p:nvSpPr>
          <p:cNvPr id="628607521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20428</a:t>
            </a:r>
          </a:p>
        </p:txBody>
      </p:sp>
      <p:sp>
        <p:nvSpPr>
          <p:cNvPr id="1534545854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81051355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FILIPPINI           </a:t>
            </a:r>
          </a:p>
        </p:txBody>
      </p:sp>
      <p:sp>
        <p:nvSpPr>
          <p:cNvPr id="943660397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Flavia Ramona </a:t>
            </a:r>
          </a:p>
        </p:txBody>
      </p:sp>
      <p:sp>
        <p:nvSpPr>
          <p:cNvPr id="933559284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20428</a:t>
            </a:r>
          </a:p>
        </p:txBody>
      </p:sp>
      <p:sp>
        <p:nvSpPr>
          <p:cNvPr id="815361206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682637735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FILIPPINI           </a:t>
            </a:r>
          </a:p>
        </p:txBody>
      </p:sp>
      <p:sp>
        <p:nvSpPr>
          <p:cNvPr id="1234769871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Flavia Ramona </a:t>
            </a:r>
          </a:p>
        </p:txBody>
      </p:sp>
      <p:sp>
        <p:nvSpPr>
          <p:cNvPr id="1642740936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20429</a:t>
            </a:r>
          </a:p>
        </p:txBody>
      </p:sp>
      <p:sp>
        <p:nvSpPr>
          <p:cNvPr id="1497145520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58862741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NAZRALA             </a:t>
            </a:r>
          </a:p>
        </p:txBody>
      </p:sp>
      <p:sp>
        <p:nvSpPr>
          <p:cNvPr id="492311610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José Bautista </a:t>
            </a:r>
          </a:p>
        </p:txBody>
      </p:sp>
      <p:sp>
        <p:nvSpPr>
          <p:cNvPr id="26737379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20431</a:t>
            </a:r>
          </a:p>
        </p:txBody>
      </p:sp>
      <p:sp>
        <p:nvSpPr>
          <p:cNvPr id="551046630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91224546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CASTELLANOS         </a:t>
            </a:r>
          </a:p>
        </p:txBody>
      </p:sp>
      <p:sp>
        <p:nvSpPr>
          <p:cNvPr id="1876784132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Juan         </a:t>
            </a:r>
          </a:p>
        </p:txBody>
      </p:sp>
      <p:sp>
        <p:nvSpPr>
          <p:cNvPr id="871099388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20738</a:t>
            </a:r>
          </a:p>
        </p:txBody>
      </p:sp>
      <p:sp>
        <p:nvSpPr>
          <p:cNvPr id="1171392517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1441170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MORAN               </a:t>
            </a:r>
          </a:p>
        </p:txBody>
      </p:sp>
      <p:sp>
        <p:nvSpPr>
          <p:cNvPr id="1575471873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Sandra Pamela       </a:t>
            </a:r>
          </a:p>
        </p:txBody>
      </p:sp>
      <p:sp>
        <p:nvSpPr>
          <p:cNvPr id="48240200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20770</a:t>
            </a:r>
          </a:p>
        </p:txBody>
      </p:sp>
      <p:sp>
        <p:nvSpPr>
          <p:cNvPr id="979663382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45339725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GRECO               </a:t>
            </a:r>
          </a:p>
        </p:txBody>
      </p:sp>
      <p:sp>
        <p:nvSpPr>
          <p:cNvPr id="844248280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Alicia      </a:t>
            </a:r>
          </a:p>
        </p:txBody>
      </p:sp>
      <p:sp>
        <p:nvSpPr>
          <p:cNvPr id="85638623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20770</a:t>
            </a:r>
          </a:p>
        </p:txBody>
      </p:sp>
      <p:sp>
        <p:nvSpPr>
          <p:cNvPr id="84798222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335740469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GRECO               </a:t>
            </a:r>
          </a:p>
        </p:txBody>
      </p:sp>
      <p:sp>
        <p:nvSpPr>
          <p:cNvPr id="2143500392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Alicia      </a:t>
            </a:r>
          </a:p>
        </p:txBody>
      </p:sp>
      <p:sp>
        <p:nvSpPr>
          <p:cNvPr id="1772909919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20935</a:t>
            </a:r>
          </a:p>
        </p:txBody>
      </p:sp>
      <p:sp>
        <p:nvSpPr>
          <p:cNvPr id="961406508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92219928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GARCIA </a:t>
            </a:r>
          </a:p>
        </p:txBody>
      </p:sp>
      <p:sp>
        <p:nvSpPr>
          <p:cNvPr id="1221414097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Sandra Claudia      </a:t>
            </a:r>
          </a:p>
        </p:txBody>
      </p:sp>
      <p:sp>
        <p:nvSpPr>
          <p:cNvPr id="510546606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20963</a:t>
            </a:r>
          </a:p>
        </p:txBody>
      </p:sp>
      <p:sp>
        <p:nvSpPr>
          <p:cNvPr id="155963727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38319257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            </a:t>
            </a:r>
          </a:p>
        </p:txBody>
      </p:sp>
      <p:sp>
        <p:nvSpPr>
          <p:cNvPr id="1550935634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Raúl           </a:t>
            </a:r>
          </a:p>
        </p:txBody>
      </p:sp>
      <p:sp>
        <p:nvSpPr>
          <p:cNvPr id="418693352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21074</a:t>
            </a:r>
          </a:p>
        </p:txBody>
      </p:sp>
      <p:sp>
        <p:nvSpPr>
          <p:cNvPr id="1822739492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28417589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OJER                </a:t>
            </a:r>
          </a:p>
        </p:txBody>
      </p:sp>
      <p:sp>
        <p:nvSpPr>
          <p:cNvPr id="298239221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Miguel Alejandro    </a:t>
            </a:r>
          </a:p>
        </p:txBody>
      </p:sp>
      <p:sp>
        <p:nvSpPr>
          <p:cNvPr id="279755249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21096</a:t>
            </a:r>
          </a:p>
        </p:txBody>
      </p:sp>
      <p:sp>
        <p:nvSpPr>
          <p:cNvPr id="1004766660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49338259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PERONA              </a:t>
            </a:r>
          </a:p>
        </p:txBody>
      </p:sp>
      <p:sp>
        <p:nvSpPr>
          <p:cNvPr id="121111092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Sandra Angélica     </a:t>
            </a:r>
          </a:p>
        </p:txBody>
      </p:sp>
      <p:sp>
        <p:nvSpPr>
          <p:cNvPr id="1847109535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21296</a:t>
            </a:r>
          </a:p>
        </p:txBody>
      </p:sp>
      <p:sp>
        <p:nvSpPr>
          <p:cNvPr id="1486171021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94051690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RODRIGUEZ PLAZA     </a:t>
            </a:r>
          </a:p>
        </p:txBody>
      </p:sp>
      <p:sp>
        <p:nvSpPr>
          <p:cNvPr id="1943066973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Arturo Enrique </a:t>
            </a:r>
          </a:p>
        </p:txBody>
      </p:sp>
      <p:sp>
        <p:nvSpPr>
          <p:cNvPr id="1809163320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21336</a:t>
            </a:r>
          </a:p>
        </p:txBody>
      </p:sp>
      <p:sp>
        <p:nvSpPr>
          <p:cNvPr id="1079212053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70092209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ALTURRIA            </a:t>
            </a:r>
          </a:p>
        </p:txBody>
      </p:sp>
      <p:sp>
        <p:nvSpPr>
          <p:cNvPr id="835511795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Viviana       </a:t>
            </a:r>
          </a:p>
        </p:txBody>
      </p:sp>
      <p:sp>
        <p:nvSpPr>
          <p:cNvPr id="5117083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21338</a:t>
            </a:r>
          </a:p>
        </p:txBody>
      </p:sp>
      <p:sp>
        <p:nvSpPr>
          <p:cNvPr id="1034714624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611216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GIMENEZ             </a:t>
            </a:r>
          </a:p>
        </p:txBody>
      </p:sp>
      <p:sp>
        <p:nvSpPr>
          <p:cNvPr id="747145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Adriana Beatriz     </a:t>
            </a:r>
          </a:p>
        </p:txBody>
      </p:sp>
      <p:sp>
        <p:nvSpPr>
          <p:cNvPr id="1819847780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21338</a:t>
            </a:r>
          </a:p>
        </p:txBody>
      </p:sp>
      <p:sp>
        <p:nvSpPr>
          <p:cNvPr id="1719537886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32816974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GIMENEZ             </a:t>
            </a:r>
          </a:p>
        </p:txBody>
      </p:sp>
      <p:sp>
        <p:nvSpPr>
          <p:cNvPr id="561071122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Adriana Beatriz     </a:t>
            </a:r>
          </a:p>
        </p:txBody>
      </p:sp>
      <p:sp>
        <p:nvSpPr>
          <p:cNvPr id="321653477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21853</a:t>
            </a:r>
          </a:p>
        </p:txBody>
      </p:sp>
      <p:sp>
        <p:nvSpPr>
          <p:cNvPr id="813648440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6095063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ALBERTO             </a:t>
            </a:r>
          </a:p>
        </p:txBody>
      </p:sp>
      <p:sp>
        <p:nvSpPr>
          <p:cNvPr id="1416665243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Marcelo Eduardo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544812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815013080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274134994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827399921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420209808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21854</a:t>
            </a:r>
          </a:p>
        </p:txBody>
      </p:sp>
      <p:sp>
        <p:nvSpPr>
          <p:cNvPr id="1811511560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99125401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MANSILLA            </a:t>
            </a:r>
          </a:p>
        </p:txBody>
      </p:sp>
      <p:sp>
        <p:nvSpPr>
          <p:cNvPr id="1714071159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Antonio Anastasio   </a:t>
            </a:r>
          </a:p>
        </p:txBody>
      </p:sp>
      <p:sp>
        <p:nvSpPr>
          <p:cNvPr id="2048328455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21980</a:t>
            </a:r>
          </a:p>
        </p:txBody>
      </p:sp>
      <p:sp>
        <p:nvSpPr>
          <p:cNvPr id="776119977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32781561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FERREYRA            </a:t>
            </a:r>
          </a:p>
        </p:txBody>
      </p:sp>
      <p:sp>
        <p:nvSpPr>
          <p:cNvPr id="232583338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Marcelo Alejandro   </a:t>
            </a:r>
          </a:p>
        </p:txBody>
      </p:sp>
      <p:sp>
        <p:nvSpPr>
          <p:cNvPr id="607924226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22008</a:t>
            </a:r>
          </a:p>
        </p:txBody>
      </p:sp>
      <p:sp>
        <p:nvSpPr>
          <p:cNvPr id="180275760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10673838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GUINLE              </a:t>
            </a:r>
          </a:p>
        </p:txBody>
      </p:sp>
      <p:sp>
        <p:nvSpPr>
          <p:cNvPr id="975732386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Cecilia     </a:t>
            </a:r>
          </a:p>
        </p:txBody>
      </p:sp>
      <p:sp>
        <p:nvSpPr>
          <p:cNvPr id="949083010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22008</a:t>
            </a:r>
          </a:p>
        </p:txBody>
      </p:sp>
      <p:sp>
        <p:nvSpPr>
          <p:cNvPr id="1877102801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3200197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GUINLE              </a:t>
            </a:r>
          </a:p>
        </p:txBody>
      </p:sp>
      <p:sp>
        <p:nvSpPr>
          <p:cNvPr id="1204484799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Cecilia     </a:t>
            </a:r>
          </a:p>
        </p:txBody>
      </p:sp>
      <p:sp>
        <p:nvSpPr>
          <p:cNvPr id="1595160171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22008</a:t>
            </a:r>
          </a:p>
        </p:txBody>
      </p:sp>
      <p:sp>
        <p:nvSpPr>
          <p:cNvPr id="671144849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347363099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GUINLE              </a:t>
            </a:r>
          </a:p>
        </p:txBody>
      </p:sp>
      <p:sp>
        <p:nvSpPr>
          <p:cNvPr id="2064030925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Cecilia     </a:t>
            </a:r>
          </a:p>
        </p:txBody>
      </p:sp>
      <p:sp>
        <p:nvSpPr>
          <p:cNvPr id="1864406484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22101</a:t>
            </a:r>
          </a:p>
        </p:txBody>
      </p:sp>
      <p:sp>
        <p:nvSpPr>
          <p:cNvPr id="1145883211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2578098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GARCIA              </a:t>
            </a:r>
          </a:p>
        </p:txBody>
      </p:sp>
      <p:sp>
        <p:nvSpPr>
          <p:cNvPr id="97343418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Oscar         </a:t>
            </a:r>
          </a:p>
        </p:txBody>
      </p:sp>
      <p:sp>
        <p:nvSpPr>
          <p:cNvPr id="1815770959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22311</a:t>
            </a:r>
          </a:p>
        </p:txBody>
      </p:sp>
      <p:sp>
        <p:nvSpPr>
          <p:cNvPr id="1919884043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49314526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GUZMAN              </a:t>
            </a:r>
          </a:p>
        </p:txBody>
      </p:sp>
      <p:sp>
        <p:nvSpPr>
          <p:cNvPr id="1090018607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Eduardo Javier      </a:t>
            </a:r>
          </a:p>
        </p:txBody>
      </p:sp>
      <p:sp>
        <p:nvSpPr>
          <p:cNvPr id="1907218939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22513</a:t>
            </a:r>
          </a:p>
        </p:txBody>
      </p:sp>
      <p:sp>
        <p:nvSpPr>
          <p:cNvPr id="1287792651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90890891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STOCCO              </a:t>
            </a:r>
          </a:p>
        </p:txBody>
      </p:sp>
      <p:sp>
        <p:nvSpPr>
          <p:cNvPr id="1931799887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Alicia Nilda        </a:t>
            </a:r>
          </a:p>
        </p:txBody>
      </p:sp>
      <p:sp>
        <p:nvSpPr>
          <p:cNvPr id="2102925463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22573</a:t>
            </a:r>
          </a:p>
        </p:txBody>
      </p:sp>
      <p:sp>
        <p:nvSpPr>
          <p:cNvPr id="582394315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0789179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MARTINENGO          </a:t>
            </a:r>
          </a:p>
        </p:txBody>
      </p:sp>
      <p:sp>
        <p:nvSpPr>
          <p:cNvPr id="47791015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Mónica Susana       </a:t>
            </a:r>
          </a:p>
        </p:txBody>
      </p:sp>
      <p:sp>
        <p:nvSpPr>
          <p:cNvPr id="64705127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23022</a:t>
            </a:r>
          </a:p>
        </p:txBody>
      </p:sp>
      <p:sp>
        <p:nvSpPr>
          <p:cNvPr id="872344107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16548280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WINTER              </a:t>
            </a:r>
          </a:p>
        </p:txBody>
      </p:sp>
      <p:sp>
        <p:nvSpPr>
          <p:cNvPr id="718345185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Patricia Lilian     </a:t>
            </a:r>
          </a:p>
        </p:txBody>
      </p:sp>
      <p:sp>
        <p:nvSpPr>
          <p:cNvPr id="7446086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23025</a:t>
            </a:r>
          </a:p>
        </p:txBody>
      </p:sp>
      <p:sp>
        <p:nvSpPr>
          <p:cNvPr id="162820827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59814237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CAMARGO             </a:t>
            </a:r>
          </a:p>
        </p:txBody>
      </p:sp>
      <p:sp>
        <p:nvSpPr>
          <p:cNvPr id="1861491619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Alejandra Beatriz   </a:t>
            </a:r>
          </a:p>
        </p:txBody>
      </p:sp>
      <p:sp>
        <p:nvSpPr>
          <p:cNvPr id="154787103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23204</a:t>
            </a:r>
          </a:p>
        </p:txBody>
      </p:sp>
      <p:sp>
        <p:nvSpPr>
          <p:cNvPr id="451619101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55022009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PANELLA             </a:t>
            </a:r>
          </a:p>
        </p:txBody>
      </p:sp>
      <p:sp>
        <p:nvSpPr>
          <p:cNvPr id="1350220030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Eliana Gabriela     </a:t>
            </a:r>
          </a:p>
        </p:txBody>
      </p:sp>
      <p:sp>
        <p:nvSpPr>
          <p:cNvPr id="688346361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23265</a:t>
            </a:r>
          </a:p>
        </p:txBody>
      </p:sp>
      <p:sp>
        <p:nvSpPr>
          <p:cNvPr id="542882938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23006510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ROIG                </a:t>
            </a:r>
          </a:p>
        </p:txBody>
      </p:sp>
      <p:sp>
        <p:nvSpPr>
          <p:cNvPr id="1900917422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Alberto      </a:t>
            </a:r>
          </a:p>
        </p:txBody>
      </p:sp>
      <p:sp>
        <p:nvSpPr>
          <p:cNvPr id="604895135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23535</a:t>
            </a:r>
          </a:p>
        </p:txBody>
      </p:sp>
      <p:sp>
        <p:nvSpPr>
          <p:cNvPr id="284949047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50100119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AMADIO              </a:t>
            </a:r>
          </a:p>
        </p:txBody>
      </p:sp>
      <p:sp>
        <p:nvSpPr>
          <p:cNvPr id="807202854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Miriam      </a:t>
            </a:r>
          </a:p>
        </p:txBody>
      </p:sp>
      <p:sp>
        <p:nvSpPr>
          <p:cNvPr id="1004169079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23746</a:t>
            </a:r>
          </a:p>
        </p:txBody>
      </p:sp>
      <p:sp>
        <p:nvSpPr>
          <p:cNvPr id="2143212627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31410858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RODRIGUEZ           </a:t>
            </a:r>
          </a:p>
        </p:txBody>
      </p:sp>
      <p:sp>
        <p:nvSpPr>
          <p:cNvPr id="1022384267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Olga Sandra         </a:t>
            </a:r>
          </a:p>
        </p:txBody>
      </p:sp>
      <p:sp>
        <p:nvSpPr>
          <p:cNvPr id="1195715822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23782</a:t>
            </a:r>
          </a:p>
        </p:txBody>
      </p:sp>
      <p:sp>
        <p:nvSpPr>
          <p:cNvPr id="243851728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17194020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OCAÑA               </a:t>
            </a:r>
          </a:p>
        </p:txBody>
      </p:sp>
      <p:sp>
        <p:nvSpPr>
          <p:cNvPr id="2010064020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Fernando Daniel     </a:t>
            </a:r>
          </a:p>
        </p:txBody>
      </p:sp>
      <p:sp>
        <p:nvSpPr>
          <p:cNvPr id="1080733183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23872</a:t>
            </a:r>
          </a:p>
        </p:txBody>
      </p:sp>
      <p:sp>
        <p:nvSpPr>
          <p:cNvPr id="465920355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98029523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SANTA  MARIA        </a:t>
            </a:r>
          </a:p>
        </p:txBody>
      </p:sp>
      <p:sp>
        <p:nvSpPr>
          <p:cNvPr id="2034909991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Daniel    </a:t>
            </a:r>
          </a:p>
        </p:txBody>
      </p:sp>
      <p:sp>
        <p:nvSpPr>
          <p:cNvPr id="205514026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23890</a:t>
            </a:r>
          </a:p>
        </p:txBody>
      </p:sp>
      <p:sp>
        <p:nvSpPr>
          <p:cNvPr id="615405086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32036450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LOYOLA              </a:t>
            </a:r>
          </a:p>
        </p:txBody>
      </p:sp>
      <p:sp>
        <p:nvSpPr>
          <p:cNvPr id="1770589533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Fernando      </a:t>
            </a:r>
          </a:p>
        </p:txBody>
      </p:sp>
      <p:sp>
        <p:nvSpPr>
          <p:cNvPr id="617384652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23890</a:t>
            </a:r>
          </a:p>
        </p:txBody>
      </p:sp>
      <p:sp>
        <p:nvSpPr>
          <p:cNvPr id="1890347507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197476431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LOYOLA              </a:t>
            </a:r>
          </a:p>
        </p:txBody>
      </p:sp>
      <p:sp>
        <p:nvSpPr>
          <p:cNvPr id="1917119780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Fernando      </a:t>
            </a:r>
          </a:p>
        </p:txBody>
      </p:sp>
      <p:sp>
        <p:nvSpPr>
          <p:cNvPr id="187502872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24051</a:t>
            </a:r>
          </a:p>
        </p:txBody>
      </p:sp>
      <p:sp>
        <p:nvSpPr>
          <p:cNvPr id="1002259555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4613817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THOMAS              </a:t>
            </a:r>
          </a:p>
        </p:txBody>
      </p:sp>
      <p:sp>
        <p:nvSpPr>
          <p:cNvPr id="21590960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Peter Bruno Kurt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012024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262610571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616972212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400919368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241112268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24471</a:t>
            </a:r>
          </a:p>
        </p:txBody>
      </p:sp>
      <p:sp>
        <p:nvSpPr>
          <p:cNvPr id="72246387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16765754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ALBORNOZ            </a:t>
            </a:r>
          </a:p>
        </p:txBody>
      </p:sp>
      <p:sp>
        <p:nvSpPr>
          <p:cNvPr id="2034343900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Liliana Eustasia    </a:t>
            </a:r>
          </a:p>
        </p:txBody>
      </p:sp>
      <p:sp>
        <p:nvSpPr>
          <p:cNvPr id="113078341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24523</a:t>
            </a:r>
          </a:p>
        </p:txBody>
      </p:sp>
      <p:sp>
        <p:nvSpPr>
          <p:cNvPr id="1994029988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2213234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LUCERO              </a:t>
            </a:r>
          </a:p>
        </p:txBody>
      </p:sp>
      <p:sp>
        <p:nvSpPr>
          <p:cNvPr id="241944794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Gabriela Susana     </a:t>
            </a:r>
          </a:p>
        </p:txBody>
      </p:sp>
      <p:sp>
        <p:nvSpPr>
          <p:cNvPr id="1179608987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24525</a:t>
            </a:r>
          </a:p>
        </p:txBody>
      </p:sp>
      <p:sp>
        <p:nvSpPr>
          <p:cNvPr id="119215405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1069184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SOLSONA             </a:t>
            </a:r>
          </a:p>
        </p:txBody>
      </p:sp>
      <p:sp>
        <p:nvSpPr>
          <p:cNvPr id="1473800335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Esteban        </a:t>
            </a:r>
          </a:p>
        </p:txBody>
      </p:sp>
      <p:sp>
        <p:nvSpPr>
          <p:cNvPr id="108584584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24642</a:t>
            </a:r>
          </a:p>
        </p:txBody>
      </p:sp>
      <p:sp>
        <p:nvSpPr>
          <p:cNvPr id="495118323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02006183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GOMEZ               </a:t>
            </a:r>
          </a:p>
        </p:txBody>
      </p:sp>
      <p:sp>
        <p:nvSpPr>
          <p:cNvPr id="164440884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Leticia Liliana     </a:t>
            </a:r>
          </a:p>
        </p:txBody>
      </p:sp>
      <p:sp>
        <p:nvSpPr>
          <p:cNvPr id="2093967346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24746</a:t>
            </a:r>
          </a:p>
        </p:txBody>
      </p:sp>
      <p:sp>
        <p:nvSpPr>
          <p:cNvPr id="347177186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93896203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PIZZUOLO            </a:t>
            </a:r>
          </a:p>
        </p:txBody>
      </p:sp>
      <p:sp>
        <p:nvSpPr>
          <p:cNvPr id="301095721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Humberto      </a:t>
            </a:r>
          </a:p>
        </p:txBody>
      </p:sp>
      <p:sp>
        <p:nvSpPr>
          <p:cNvPr id="1044310515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24837</a:t>
            </a:r>
          </a:p>
        </p:txBody>
      </p:sp>
      <p:sp>
        <p:nvSpPr>
          <p:cNvPr id="342978674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96465370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DIP                 </a:t>
            </a:r>
          </a:p>
        </p:txBody>
      </p:sp>
      <p:sp>
        <p:nvSpPr>
          <p:cNvPr id="339809394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Gladys María del Val</a:t>
            </a:r>
          </a:p>
        </p:txBody>
      </p:sp>
      <p:sp>
        <p:nvSpPr>
          <p:cNvPr id="1017467585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24949</a:t>
            </a:r>
          </a:p>
        </p:txBody>
      </p:sp>
      <p:sp>
        <p:nvSpPr>
          <p:cNvPr id="165420034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70672220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MONTENEGRO          </a:t>
            </a:r>
          </a:p>
        </p:txBody>
      </p:sp>
      <p:sp>
        <p:nvSpPr>
          <p:cNvPr id="830920171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Analía Alejandra    </a:t>
            </a:r>
          </a:p>
        </p:txBody>
      </p:sp>
      <p:sp>
        <p:nvSpPr>
          <p:cNvPr id="189157556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25146</a:t>
            </a:r>
          </a:p>
        </p:txBody>
      </p:sp>
      <p:sp>
        <p:nvSpPr>
          <p:cNvPr id="895246132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31309642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              </a:t>
            </a:r>
          </a:p>
        </p:txBody>
      </p:sp>
      <p:sp>
        <p:nvSpPr>
          <p:cNvPr id="100942556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Alberto      </a:t>
            </a:r>
          </a:p>
        </p:txBody>
      </p:sp>
      <p:sp>
        <p:nvSpPr>
          <p:cNvPr id="29457562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25153</a:t>
            </a:r>
          </a:p>
        </p:txBody>
      </p:sp>
      <p:sp>
        <p:nvSpPr>
          <p:cNvPr id="1172005724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80192984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MIRABILE            </a:t>
            </a:r>
          </a:p>
        </p:txBody>
      </p:sp>
      <p:sp>
        <p:nvSpPr>
          <p:cNvPr id="1344518396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Mónica Lourdes      </a:t>
            </a:r>
          </a:p>
        </p:txBody>
      </p:sp>
      <p:sp>
        <p:nvSpPr>
          <p:cNvPr id="1497747838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25153</a:t>
            </a:r>
          </a:p>
        </p:txBody>
      </p:sp>
      <p:sp>
        <p:nvSpPr>
          <p:cNvPr id="1992086779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732437923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MIRABILE            </a:t>
            </a:r>
          </a:p>
        </p:txBody>
      </p:sp>
      <p:sp>
        <p:nvSpPr>
          <p:cNvPr id="1500885835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Mónica Lourdes      </a:t>
            </a:r>
          </a:p>
        </p:txBody>
      </p:sp>
      <p:sp>
        <p:nvSpPr>
          <p:cNvPr id="1045311183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25153</a:t>
            </a:r>
          </a:p>
        </p:txBody>
      </p:sp>
      <p:sp>
        <p:nvSpPr>
          <p:cNvPr id="2128820221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2003895327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MIRABILE            </a:t>
            </a:r>
          </a:p>
        </p:txBody>
      </p:sp>
      <p:sp>
        <p:nvSpPr>
          <p:cNvPr id="482724988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Mónica Lourdes      </a:t>
            </a:r>
          </a:p>
        </p:txBody>
      </p:sp>
      <p:sp>
        <p:nvSpPr>
          <p:cNvPr id="211313859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25155</a:t>
            </a:r>
          </a:p>
        </p:txBody>
      </p:sp>
      <p:sp>
        <p:nvSpPr>
          <p:cNvPr id="435845693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1842334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MASTRANTONIO        </a:t>
            </a:r>
          </a:p>
        </p:txBody>
      </p:sp>
      <p:sp>
        <p:nvSpPr>
          <p:cNvPr id="921153391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Leandro Eloy        </a:t>
            </a:r>
          </a:p>
        </p:txBody>
      </p:sp>
      <p:sp>
        <p:nvSpPr>
          <p:cNvPr id="615431314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25157</a:t>
            </a:r>
          </a:p>
        </p:txBody>
      </p:sp>
      <p:sp>
        <p:nvSpPr>
          <p:cNvPr id="127285044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12838155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GOMEZ               </a:t>
            </a:r>
          </a:p>
        </p:txBody>
      </p:sp>
      <p:sp>
        <p:nvSpPr>
          <p:cNvPr id="65258305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Francisco Leonardo  </a:t>
            </a:r>
          </a:p>
        </p:txBody>
      </p:sp>
      <p:sp>
        <p:nvSpPr>
          <p:cNvPr id="764336121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25161</a:t>
            </a:r>
          </a:p>
        </p:txBody>
      </p:sp>
      <p:sp>
        <p:nvSpPr>
          <p:cNvPr id="2097492940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9777075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FIORETTI            </a:t>
            </a:r>
          </a:p>
        </p:txBody>
      </p:sp>
      <p:sp>
        <p:nvSpPr>
          <p:cNvPr id="2090590153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Sonia Beatriz       </a:t>
            </a:r>
          </a:p>
        </p:txBody>
      </p:sp>
      <p:sp>
        <p:nvSpPr>
          <p:cNvPr id="1568752904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25245</a:t>
            </a:r>
          </a:p>
        </p:txBody>
      </p:sp>
      <p:sp>
        <p:nvSpPr>
          <p:cNvPr id="1373323309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90616407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            </a:t>
            </a:r>
          </a:p>
        </p:txBody>
      </p:sp>
      <p:sp>
        <p:nvSpPr>
          <p:cNvPr id="1012139171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Laura         </a:t>
            </a:r>
          </a:p>
        </p:txBody>
      </p:sp>
      <p:sp>
        <p:nvSpPr>
          <p:cNvPr id="805079110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25245</a:t>
            </a:r>
          </a:p>
        </p:txBody>
      </p:sp>
      <p:sp>
        <p:nvSpPr>
          <p:cNvPr id="1817625670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79757115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            </a:t>
            </a:r>
          </a:p>
        </p:txBody>
      </p:sp>
      <p:sp>
        <p:nvSpPr>
          <p:cNvPr id="652922210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Laura         </a:t>
            </a:r>
          </a:p>
        </p:txBody>
      </p:sp>
      <p:sp>
        <p:nvSpPr>
          <p:cNvPr id="22147300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25245</a:t>
            </a:r>
          </a:p>
        </p:txBody>
      </p:sp>
      <p:sp>
        <p:nvSpPr>
          <p:cNvPr id="715000169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83683541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            </a:t>
            </a:r>
          </a:p>
        </p:txBody>
      </p:sp>
      <p:sp>
        <p:nvSpPr>
          <p:cNvPr id="1615444701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Laura         </a:t>
            </a:r>
          </a:p>
        </p:txBody>
      </p:sp>
      <p:sp>
        <p:nvSpPr>
          <p:cNvPr id="143340686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25546</a:t>
            </a:r>
          </a:p>
        </p:txBody>
      </p:sp>
      <p:sp>
        <p:nvSpPr>
          <p:cNvPr id="1797741315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9085156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ANDER-EGG           </a:t>
            </a:r>
          </a:p>
        </p:txBody>
      </p:sp>
      <p:sp>
        <p:nvSpPr>
          <p:cNvPr id="491101783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Federico  </a:t>
            </a:r>
          </a:p>
        </p:txBody>
      </p:sp>
      <p:sp>
        <p:nvSpPr>
          <p:cNvPr id="1168011460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25546</a:t>
            </a:r>
          </a:p>
        </p:txBody>
      </p:sp>
      <p:sp>
        <p:nvSpPr>
          <p:cNvPr id="620590993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092229519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ANDER-EGG           </a:t>
            </a:r>
          </a:p>
        </p:txBody>
      </p:sp>
      <p:sp>
        <p:nvSpPr>
          <p:cNvPr id="1204289855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Federico  </a:t>
            </a:r>
          </a:p>
        </p:txBody>
      </p:sp>
      <p:sp>
        <p:nvSpPr>
          <p:cNvPr id="466220010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25547</a:t>
            </a:r>
          </a:p>
        </p:txBody>
      </p:sp>
      <p:sp>
        <p:nvSpPr>
          <p:cNvPr id="1739363814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40218934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BENVENUTI           </a:t>
            </a:r>
          </a:p>
        </p:txBody>
      </p:sp>
      <p:sp>
        <p:nvSpPr>
          <p:cNvPr id="1867927690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Marcos Andrés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50337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619146638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84770082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949110213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86819975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25548</a:t>
            </a:r>
          </a:p>
        </p:txBody>
      </p:sp>
      <p:sp>
        <p:nvSpPr>
          <p:cNvPr id="262227911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28056533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EISENCHLAS          </a:t>
            </a:r>
          </a:p>
        </p:txBody>
      </p:sp>
      <p:sp>
        <p:nvSpPr>
          <p:cNvPr id="864025126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Paula Soledad       </a:t>
            </a:r>
          </a:p>
        </p:txBody>
      </p:sp>
      <p:sp>
        <p:nvSpPr>
          <p:cNvPr id="38587166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25549</a:t>
            </a:r>
          </a:p>
        </p:txBody>
      </p:sp>
      <p:sp>
        <p:nvSpPr>
          <p:cNvPr id="209199378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37242197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ZANETTI             </a:t>
            </a:r>
          </a:p>
        </p:txBody>
      </p:sp>
      <p:sp>
        <p:nvSpPr>
          <p:cNvPr id="53847922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Roberto Paulo       </a:t>
            </a:r>
          </a:p>
        </p:txBody>
      </p:sp>
      <p:sp>
        <p:nvSpPr>
          <p:cNvPr id="931409667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25566</a:t>
            </a:r>
          </a:p>
        </p:txBody>
      </p:sp>
      <p:sp>
        <p:nvSpPr>
          <p:cNvPr id="1193970286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71399234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SANTANDER           </a:t>
            </a:r>
          </a:p>
        </p:txBody>
      </p:sp>
      <p:sp>
        <p:nvSpPr>
          <p:cNvPr id="1136241344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Sara Hebe           </a:t>
            </a:r>
          </a:p>
        </p:txBody>
      </p:sp>
      <p:sp>
        <p:nvSpPr>
          <p:cNvPr id="1383679484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25576</a:t>
            </a:r>
          </a:p>
        </p:txBody>
      </p:sp>
      <p:sp>
        <p:nvSpPr>
          <p:cNvPr id="400674225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70466230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DROVANDI            </a:t>
            </a:r>
          </a:p>
        </p:txBody>
      </p:sp>
      <p:sp>
        <p:nvSpPr>
          <p:cNvPr id="692514778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Antonio   </a:t>
            </a:r>
          </a:p>
        </p:txBody>
      </p:sp>
      <p:sp>
        <p:nvSpPr>
          <p:cNvPr id="1881990753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25578</a:t>
            </a:r>
          </a:p>
        </p:txBody>
      </p:sp>
      <p:sp>
        <p:nvSpPr>
          <p:cNvPr id="331949008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51946197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PUGLIA              </a:t>
            </a:r>
          </a:p>
        </p:txBody>
      </p:sp>
      <p:sp>
        <p:nvSpPr>
          <p:cNvPr id="619845806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Carolina      </a:t>
            </a:r>
          </a:p>
        </p:txBody>
      </p:sp>
      <p:sp>
        <p:nvSpPr>
          <p:cNvPr id="305289845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25608</a:t>
            </a:r>
          </a:p>
        </p:txBody>
      </p:sp>
      <p:sp>
        <p:nvSpPr>
          <p:cNvPr id="667992232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48420355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LETTELIER           </a:t>
            </a:r>
          </a:p>
        </p:txBody>
      </p:sp>
      <p:sp>
        <p:nvSpPr>
          <p:cNvPr id="1490561428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Dolores       </a:t>
            </a:r>
          </a:p>
        </p:txBody>
      </p:sp>
      <p:sp>
        <p:nvSpPr>
          <p:cNvPr id="1469178141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25680</a:t>
            </a:r>
          </a:p>
        </p:txBody>
      </p:sp>
      <p:sp>
        <p:nvSpPr>
          <p:cNvPr id="710042581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9032488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BAGETA              </a:t>
            </a:r>
          </a:p>
        </p:txBody>
      </p:sp>
      <p:sp>
        <p:nvSpPr>
          <p:cNvPr id="1271750459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Rubén        </a:t>
            </a:r>
          </a:p>
        </p:txBody>
      </p:sp>
      <p:sp>
        <p:nvSpPr>
          <p:cNvPr id="405225822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25681</a:t>
            </a:r>
          </a:p>
        </p:txBody>
      </p:sp>
      <p:sp>
        <p:nvSpPr>
          <p:cNvPr id="959745717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96593002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HIDALGO             </a:t>
            </a:r>
          </a:p>
        </p:txBody>
      </p:sp>
      <p:sp>
        <p:nvSpPr>
          <p:cNvPr id="1705224817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Andrea Roxana       </a:t>
            </a:r>
          </a:p>
        </p:txBody>
      </p:sp>
      <p:sp>
        <p:nvSpPr>
          <p:cNvPr id="1544230104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25682</a:t>
            </a:r>
          </a:p>
        </p:txBody>
      </p:sp>
      <p:sp>
        <p:nvSpPr>
          <p:cNvPr id="1535483933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67475932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MERCADO             </a:t>
            </a:r>
          </a:p>
        </p:txBody>
      </p:sp>
      <p:sp>
        <p:nvSpPr>
          <p:cNvPr id="593112797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Analía        </a:t>
            </a:r>
          </a:p>
        </p:txBody>
      </p:sp>
      <p:sp>
        <p:nvSpPr>
          <p:cNvPr id="1975173452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25684</a:t>
            </a:r>
          </a:p>
        </p:txBody>
      </p:sp>
      <p:sp>
        <p:nvSpPr>
          <p:cNvPr id="937992438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452839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VILLAGRA            </a:t>
            </a:r>
          </a:p>
        </p:txBody>
      </p:sp>
      <p:sp>
        <p:nvSpPr>
          <p:cNvPr id="1266018912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Eugenio       </a:t>
            </a:r>
          </a:p>
        </p:txBody>
      </p:sp>
      <p:sp>
        <p:nvSpPr>
          <p:cNvPr id="711879508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25686</a:t>
            </a:r>
          </a:p>
        </p:txBody>
      </p:sp>
      <p:sp>
        <p:nvSpPr>
          <p:cNvPr id="927493519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47263907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AGUILAR             </a:t>
            </a:r>
          </a:p>
        </p:txBody>
      </p:sp>
      <p:sp>
        <p:nvSpPr>
          <p:cNvPr id="13704669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Fabián Mariano      </a:t>
            </a:r>
          </a:p>
        </p:txBody>
      </p:sp>
      <p:sp>
        <p:nvSpPr>
          <p:cNvPr id="553621654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25734</a:t>
            </a:r>
          </a:p>
        </p:txBody>
      </p:sp>
      <p:sp>
        <p:nvSpPr>
          <p:cNvPr id="1819979974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93838797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BERMEJILLO          </a:t>
            </a:r>
          </a:p>
        </p:txBody>
      </p:sp>
      <p:sp>
        <p:nvSpPr>
          <p:cNvPr id="525740946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Angel Eduardo       </a:t>
            </a:r>
          </a:p>
        </p:txBody>
      </p:sp>
      <p:sp>
        <p:nvSpPr>
          <p:cNvPr id="1380355664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25742</a:t>
            </a:r>
          </a:p>
        </p:txBody>
      </p:sp>
      <p:sp>
        <p:nvSpPr>
          <p:cNvPr id="37180630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18672626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CARRERA             </a:t>
            </a:r>
          </a:p>
        </p:txBody>
      </p:sp>
      <p:sp>
        <p:nvSpPr>
          <p:cNvPr id="51638183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Héctor Luis         </a:t>
            </a:r>
          </a:p>
        </p:txBody>
      </p:sp>
      <p:sp>
        <p:nvSpPr>
          <p:cNvPr id="847999283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25756</a:t>
            </a:r>
          </a:p>
        </p:txBody>
      </p:sp>
      <p:sp>
        <p:nvSpPr>
          <p:cNvPr id="1622467889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0460817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SANTILLAN           </a:t>
            </a:r>
          </a:p>
        </p:txBody>
      </p:sp>
      <p:sp>
        <p:nvSpPr>
          <p:cNvPr id="971461822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José          </a:t>
            </a:r>
          </a:p>
        </p:txBody>
      </p:sp>
      <p:sp>
        <p:nvSpPr>
          <p:cNvPr id="40674213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25846</a:t>
            </a:r>
          </a:p>
        </p:txBody>
      </p:sp>
      <p:sp>
        <p:nvSpPr>
          <p:cNvPr id="71169814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6809225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TARQUINI            </a:t>
            </a:r>
          </a:p>
        </p:txBody>
      </p:sp>
      <p:sp>
        <p:nvSpPr>
          <p:cNvPr id="1758562352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Adriana María       </a:t>
            </a:r>
          </a:p>
        </p:txBody>
      </p:sp>
      <p:sp>
        <p:nvSpPr>
          <p:cNvPr id="340016403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25846</a:t>
            </a:r>
          </a:p>
        </p:txBody>
      </p:sp>
      <p:sp>
        <p:nvSpPr>
          <p:cNvPr id="201700554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252016112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TARQUINI            </a:t>
            </a:r>
          </a:p>
        </p:txBody>
      </p:sp>
      <p:sp>
        <p:nvSpPr>
          <p:cNvPr id="1590021078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Adriana María       </a:t>
            </a:r>
          </a:p>
        </p:txBody>
      </p:sp>
      <p:sp>
        <p:nvSpPr>
          <p:cNvPr id="197754678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25881</a:t>
            </a:r>
          </a:p>
        </p:txBody>
      </p:sp>
      <p:sp>
        <p:nvSpPr>
          <p:cNvPr id="1505671237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1666765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RUBINO              </a:t>
            </a:r>
          </a:p>
        </p:txBody>
      </p:sp>
      <p:sp>
        <p:nvSpPr>
          <p:cNvPr id="398927405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Alicia Adriana      </a:t>
            </a:r>
          </a:p>
        </p:txBody>
      </p:sp>
      <p:sp>
        <p:nvSpPr>
          <p:cNvPr id="328949901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25897</a:t>
            </a:r>
          </a:p>
        </p:txBody>
      </p:sp>
      <p:sp>
        <p:nvSpPr>
          <p:cNvPr id="1038078729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32050075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EMILI               </a:t>
            </a:r>
          </a:p>
        </p:txBody>
      </p:sp>
      <p:sp>
        <p:nvSpPr>
          <p:cNvPr id="1999584908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Héctor Luis         </a:t>
            </a:r>
          </a:p>
        </p:txBody>
      </p:sp>
      <p:sp>
        <p:nvSpPr>
          <p:cNvPr id="1051956853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25897</a:t>
            </a:r>
          </a:p>
        </p:txBody>
      </p:sp>
      <p:sp>
        <p:nvSpPr>
          <p:cNvPr id="5962620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429506578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EMILI               </a:t>
            </a:r>
          </a:p>
        </p:txBody>
      </p:sp>
      <p:sp>
        <p:nvSpPr>
          <p:cNvPr id="1817497457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Héctor Luis         </a:t>
            </a:r>
          </a:p>
        </p:txBody>
      </p:sp>
      <p:sp>
        <p:nvSpPr>
          <p:cNvPr id="872364871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25898</a:t>
            </a:r>
          </a:p>
        </p:txBody>
      </p:sp>
      <p:sp>
        <p:nvSpPr>
          <p:cNvPr id="965528828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56575464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QUERCETTI           </a:t>
            </a:r>
          </a:p>
        </p:txBody>
      </p:sp>
      <p:sp>
        <p:nvSpPr>
          <p:cNvPr id="909638850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José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68957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726049996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720200518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192271534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337761781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25898</a:t>
            </a:r>
          </a:p>
        </p:txBody>
      </p:sp>
      <p:sp>
        <p:nvSpPr>
          <p:cNvPr id="962974246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271388730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QUERCETTI           </a:t>
            </a:r>
          </a:p>
        </p:txBody>
      </p:sp>
      <p:sp>
        <p:nvSpPr>
          <p:cNvPr id="768097460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José          </a:t>
            </a:r>
          </a:p>
        </p:txBody>
      </p:sp>
      <p:sp>
        <p:nvSpPr>
          <p:cNvPr id="88980810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25898</a:t>
            </a:r>
          </a:p>
        </p:txBody>
      </p:sp>
      <p:sp>
        <p:nvSpPr>
          <p:cNvPr id="2076153060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590182964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QUERCETTI           </a:t>
            </a:r>
          </a:p>
        </p:txBody>
      </p:sp>
      <p:sp>
        <p:nvSpPr>
          <p:cNvPr id="771089033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José          </a:t>
            </a:r>
          </a:p>
        </p:txBody>
      </p:sp>
      <p:sp>
        <p:nvSpPr>
          <p:cNvPr id="1777051633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25909</a:t>
            </a:r>
          </a:p>
        </p:txBody>
      </p:sp>
      <p:sp>
        <p:nvSpPr>
          <p:cNvPr id="1851717002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74640290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ASENSIO             </a:t>
            </a:r>
          </a:p>
        </p:txBody>
      </p:sp>
      <p:sp>
        <p:nvSpPr>
          <p:cNvPr id="1525089072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Araceli Gisela      </a:t>
            </a:r>
          </a:p>
        </p:txBody>
      </p:sp>
      <p:sp>
        <p:nvSpPr>
          <p:cNvPr id="1954706159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25933</a:t>
            </a:r>
          </a:p>
        </p:txBody>
      </p:sp>
      <p:sp>
        <p:nvSpPr>
          <p:cNvPr id="541582507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41499163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CIARDULLO           </a:t>
            </a:r>
          </a:p>
        </p:txBody>
      </p:sp>
      <p:sp>
        <p:nvSpPr>
          <p:cNvPr id="145622688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Vanina Fabiana      </a:t>
            </a:r>
          </a:p>
        </p:txBody>
      </p:sp>
      <p:sp>
        <p:nvSpPr>
          <p:cNvPr id="1496643283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26002</a:t>
            </a:r>
          </a:p>
        </p:txBody>
      </p:sp>
      <p:sp>
        <p:nvSpPr>
          <p:cNvPr id="607700070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2851358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POETTA              </a:t>
            </a:r>
          </a:p>
        </p:txBody>
      </p:sp>
      <p:sp>
        <p:nvSpPr>
          <p:cNvPr id="133675049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Silvia Del Carmen   </a:t>
            </a:r>
          </a:p>
        </p:txBody>
      </p:sp>
      <p:sp>
        <p:nvSpPr>
          <p:cNvPr id="408653781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26010</a:t>
            </a:r>
          </a:p>
        </p:txBody>
      </p:sp>
      <p:sp>
        <p:nvSpPr>
          <p:cNvPr id="591394161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0734561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FONTES              </a:t>
            </a:r>
          </a:p>
        </p:txBody>
      </p:sp>
      <p:sp>
        <p:nvSpPr>
          <p:cNvPr id="1844094776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Leonardo       </a:t>
            </a:r>
          </a:p>
        </p:txBody>
      </p:sp>
      <p:sp>
        <p:nvSpPr>
          <p:cNvPr id="1216906728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26011</a:t>
            </a:r>
          </a:p>
        </p:txBody>
      </p:sp>
      <p:sp>
        <p:nvSpPr>
          <p:cNvPr id="2064607115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11013579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LILLO               </a:t>
            </a:r>
          </a:p>
        </p:txBody>
      </p:sp>
      <p:sp>
        <p:nvSpPr>
          <p:cNvPr id="626514744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Inés          </a:t>
            </a:r>
          </a:p>
        </p:txBody>
      </p:sp>
      <p:sp>
        <p:nvSpPr>
          <p:cNvPr id="720981167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26170</a:t>
            </a:r>
          </a:p>
        </p:txBody>
      </p:sp>
      <p:sp>
        <p:nvSpPr>
          <p:cNvPr id="1427737395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6187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REBORA              </a:t>
            </a:r>
          </a:p>
        </p:txBody>
      </p:sp>
      <p:sp>
        <p:nvSpPr>
          <p:cNvPr id="2120824909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Cecilia             </a:t>
            </a:r>
          </a:p>
        </p:txBody>
      </p:sp>
      <p:sp>
        <p:nvSpPr>
          <p:cNvPr id="770672657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26272</a:t>
            </a:r>
          </a:p>
        </p:txBody>
      </p:sp>
      <p:sp>
        <p:nvSpPr>
          <p:cNvPr id="1221471142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69301921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VALDES              </a:t>
            </a:r>
          </a:p>
        </p:txBody>
      </p:sp>
      <p:sp>
        <p:nvSpPr>
          <p:cNvPr id="642929394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Analia Ester        </a:t>
            </a:r>
          </a:p>
        </p:txBody>
      </p:sp>
      <p:sp>
        <p:nvSpPr>
          <p:cNvPr id="172409690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26272</a:t>
            </a:r>
          </a:p>
        </p:txBody>
      </p:sp>
      <p:sp>
        <p:nvSpPr>
          <p:cNvPr id="899766136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37089225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VALDES              </a:t>
            </a:r>
          </a:p>
        </p:txBody>
      </p:sp>
      <p:sp>
        <p:nvSpPr>
          <p:cNvPr id="806516055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Analia Ester        </a:t>
            </a:r>
          </a:p>
        </p:txBody>
      </p:sp>
      <p:sp>
        <p:nvSpPr>
          <p:cNvPr id="19855652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26273</a:t>
            </a:r>
          </a:p>
        </p:txBody>
      </p:sp>
      <p:sp>
        <p:nvSpPr>
          <p:cNvPr id="2097344656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75051534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ARIAS               </a:t>
            </a:r>
          </a:p>
        </p:txBody>
      </p:sp>
      <p:sp>
        <p:nvSpPr>
          <p:cNvPr id="5181852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Rodolfo Mario       </a:t>
            </a:r>
          </a:p>
        </p:txBody>
      </p:sp>
      <p:sp>
        <p:nvSpPr>
          <p:cNvPr id="1183072640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26309</a:t>
            </a:r>
          </a:p>
        </p:txBody>
      </p:sp>
      <p:sp>
        <p:nvSpPr>
          <p:cNvPr id="350772907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97636934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ZAMORA              </a:t>
            </a:r>
          </a:p>
        </p:txBody>
      </p:sp>
      <p:sp>
        <p:nvSpPr>
          <p:cNvPr id="702932719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Silvana Evangelina  </a:t>
            </a:r>
          </a:p>
        </p:txBody>
      </p:sp>
      <p:sp>
        <p:nvSpPr>
          <p:cNvPr id="882666086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26309</a:t>
            </a:r>
          </a:p>
        </p:txBody>
      </p:sp>
      <p:sp>
        <p:nvSpPr>
          <p:cNvPr id="15187392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334501646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ZAMORA              </a:t>
            </a:r>
          </a:p>
        </p:txBody>
      </p:sp>
      <p:sp>
        <p:nvSpPr>
          <p:cNvPr id="649955054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Silvana Evangelina  </a:t>
            </a:r>
          </a:p>
        </p:txBody>
      </p:sp>
      <p:sp>
        <p:nvSpPr>
          <p:cNvPr id="1692763936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26309</a:t>
            </a:r>
          </a:p>
        </p:txBody>
      </p:sp>
      <p:sp>
        <p:nvSpPr>
          <p:cNvPr id="420116896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2125923383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ZAMORA              </a:t>
            </a:r>
          </a:p>
        </p:txBody>
      </p:sp>
      <p:sp>
        <p:nvSpPr>
          <p:cNvPr id="561379295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Silvana Evangelina  </a:t>
            </a:r>
          </a:p>
        </p:txBody>
      </p:sp>
      <p:sp>
        <p:nvSpPr>
          <p:cNvPr id="1206149794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26364</a:t>
            </a:r>
          </a:p>
        </p:txBody>
      </p:sp>
      <p:sp>
        <p:nvSpPr>
          <p:cNvPr id="166144372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4824134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GENOVART            </a:t>
            </a:r>
          </a:p>
        </p:txBody>
      </p:sp>
      <p:sp>
        <p:nvSpPr>
          <p:cNvPr id="1526523621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Héctor Javier       </a:t>
            </a:r>
          </a:p>
        </p:txBody>
      </p:sp>
      <p:sp>
        <p:nvSpPr>
          <p:cNvPr id="295367438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26364</a:t>
            </a:r>
          </a:p>
        </p:txBody>
      </p:sp>
      <p:sp>
        <p:nvSpPr>
          <p:cNvPr id="1405822249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039454649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GENOVART            </a:t>
            </a:r>
          </a:p>
        </p:txBody>
      </p:sp>
      <p:sp>
        <p:nvSpPr>
          <p:cNvPr id="334817398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Héctor Javier       </a:t>
            </a:r>
          </a:p>
        </p:txBody>
      </p:sp>
      <p:sp>
        <p:nvSpPr>
          <p:cNvPr id="868853046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26507</a:t>
            </a:r>
          </a:p>
        </p:txBody>
      </p:sp>
      <p:sp>
        <p:nvSpPr>
          <p:cNvPr id="2071828169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16183925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TODARO              </a:t>
            </a:r>
          </a:p>
        </p:txBody>
      </p:sp>
      <p:sp>
        <p:nvSpPr>
          <p:cNvPr id="1638457063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Alejandra           </a:t>
            </a:r>
          </a:p>
        </p:txBody>
      </p:sp>
      <p:sp>
        <p:nvSpPr>
          <p:cNvPr id="365052360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26507</a:t>
            </a:r>
          </a:p>
        </p:txBody>
      </p:sp>
      <p:sp>
        <p:nvSpPr>
          <p:cNvPr id="74235041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127818827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TODARO              </a:t>
            </a:r>
          </a:p>
        </p:txBody>
      </p:sp>
      <p:sp>
        <p:nvSpPr>
          <p:cNvPr id="205851898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Alejandra           </a:t>
            </a:r>
          </a:p>
        </p:txBody>
      </p:sp>
      <p:sp>
        <p:nvSpPr>
          <p:cNvPr id="15669436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26628</a:t>
            </a:r>
          </a:p>
        </p:txBody>
      </p:sp>
      <p:sp>
        <p:nvSpPr>
          <p:cNvPr id="747308561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30617071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MAZA                </a:t>
            </a:r>
          </a:p>
        </p:txBody>
      </p:sp>
      <p:sp>
        <p:nvSpPr>
          <p:cNvPr id="374504884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Marcos Andrés       </a:t>
            </a:r>
          </a:p>
        </p:txBody>
      </p:sp>
      <p:sp>
        <p:nvSpPr>
          <p:cNvPr id="29016031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26629</a:t>
            </a:r>
          </a:p>
        </p:txBody>
      </p:sp>
      <p:sp>
        <p:nvSpPr>
          <p:cNvPr id="193645148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5627723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971899714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David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874116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452849700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155841510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91187808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437648745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26629</a:t>
            </a:r>
          </a:p>
        </p:txBody>
      </p:sp>
      <p:sp>
        <p:nvSpPr>
          <p:cNvPr id="1223944818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4701513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362946564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David               </a:t>
            </a:r>
          </a:p>
        </p:txBody>
      </p:sp>
      <p:sp>
        <p:nvSpPr>
          <p:cNvPr id="118934366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26630</a:t>
            </a:r>
          </a:p>
        </p:txBody>
      </p:sp>
      <p:sp>
        <p:nvSpPr>
          <p:cNvPr id="521241800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25136487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SCHILARDI           </a:t>
            </a:r>
          </a:p>
        </p:txBody>
      </p:sp>
      <p:sp>
        <p:nvSpPr>
          <p:cNvPr id="987332729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Esteban      </a:t>
            </a:r>
          </a:p>
        </p:txBody>
      </p:sp>
      <p:sp>
        <p:nvSpPr>
          <p:cNvPr id="495035934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26632</a:t>
            </a:r>
          </a:p>
        </p:txBody>
      </p:sp>
      <p:sp>
        <p:nvSpPr>
          <p:cNvPr id="717294260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38917209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FARRANDO            </a:t>
            </a:r>
          </a:p>
        </p:txBody>
      </p:sp>
      <p:sp>
        <p:nvSpPr>
          <p:cNvPr id="876579640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Andrea      </a:t>
            </a:r>
          </a:p>
        </p:txBody>
      </p:sp>
      <p:sp>
        <p:nvSpPr>
          <p:cNvPr id="936191060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26632</a:t>
            </a:r>
          </a:p>
        </p:txBody>
      </p:sp>
      <p:sp>
        <p:nvSpPr>
          <p:cNvPr id="2097947498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669598793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FARRANDO            </a:t>
            </a:r>
          </a:p>
        </p:txBody>
      </p:sp>
      <p:sp>
        <p:nvSpPr>
          <p:cNvPr id="1132603671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Andrea      </a:t>
            </a:r>
          </a:p>
        </p:txBody>
      </p:sp>
      <p:sp>
        <p:nvSpPr>
          <p:cNvPr id="374851489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26632</a:t>
            </a:r>
          </a:p>
        </p:txBody>
      </p:sp>
      <p:sp>
        <p:nvSpPr>
          <p:cNvPr id="1559438972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600374416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FARRANDO            </a:t>
            </a:r>
          </a:p>
        </p:txBody>
      </p:sp>
      <p:sp>
        <p:nvSpPr>
          <p:cNvPr id="260131037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Andrea      </a:t>
            </a:r>
          </a:p>
        </p:txBody>
      </p:sp>
      <p:sp>
        <p:nvSpPr>
          <p:cNvPr id="1893117214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26759</a:t>
            </a:r>
          </a:p>
        </p:txBody>
      </p:sp>
      <p:sp>
        <p:nvSpPr>
          <p:cNvPr id="503301746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4359489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PEREIRA             </a:t>
            </a:r>
          </a:p>
        </p:txBody>
      </p:sp>
      <p:sp>
        <p:nvSpPr>
          <p:cNvPr id="939381648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Carolina Marcia     </a:t>
            </a:r>
          </a:p>
        </p:txBody>
      </p:sp>
      <p:sp>
        <p:nvSpPr>
          <p:cNvPr id="2035068839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26764</a:t>
            </a:r>
          </a:p>
        </p:txBody>
      </p:sp>
      <p:sp>
        <p:nvSpPr>
          <p:cNvPr id="429931304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20437820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MARTINEZ            </a:t>
            </a:r>
          </a:p>
        </p:txBody>
      </p:sp>
      <p:sp>
        <p:nvSpPr>
          <p:cNvPr id="1678617532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Eugenia       </a:t>
            </a:r>
          </a:p>
        </p:txBody>
      </p:sp>
      <p:sp>
        <p:nvSpPr>
          <p:cNvPr id="103218968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26820</a:t>
            </a:r>
          </a:p>
        </p:txBody>
      </p:sp>
      <p:sp>
        <p:nvSpPr>
          <p:cNvPr id="639135329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3427220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RIVEROS VENEGAS     </a:t>
            </a:r>
          </a:p>
        </p:txBody>
      </p:sp>
      <p:sp>
        <p:nvSpPr>
          <p:cNvPr id="1075491712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Rommy Andrea        </a:t>
            </a:r>
          </a:p>
        </p:txBody>
      </p:sp>
      <p:sp>
        <p:nvSpPr>
          <p:cNvPr id="419346785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26873</a:t>
            </a:r>
          </a:p>
        </p:txBody>
      </p:sp>
      <p:sp>
        <p:nvSpPr>
          <p:cNvPr id="2067569688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10854109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CIRRINCIONE         </a:t>
            </a:r>
          </a:p>
        </p:txBody>
      </p:sp>
      <p:sp>
        <p:nvSpPr>
          <p:cNvPr id="1269970991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Miguel Angel        </a:t>
            </a:r>
          </a:p>
        </p:txBody>
      </p:sp>
      <p:sp>
        <p:nvSpPr>
          <p:cNvPr id="562478204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26901</a:t>
            </a:r>
          </a:p>
        </p:txBody>
      </p:sp>
      <p:sp>
        <p:nvSpPr>
          <p:cNvPr id="348160534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88640510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NOREIKAT            </a:t>
            </a:r>
          </a:p>
        </p:txBody>
      </p:sp>
      <p:sp>
        <p:nvSpPr>
          <p:cNvPr id="1204960864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Sven Guillermo </a:t>
            </a:r>
          </a:p>
        </p:txBody>
      </p:sp>
      <p:sp>
        <p:nvSpPr>
          <p:cNvPr id="1006450038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26913</a:t>
            </a:r>
          </a:p>
        </p:txBody>
      </p:sp>
      <p:sp>
        <p:nvSpPr>
          <p:cNvPr id="1824584894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79317945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              </a:t>
            </a:r>
          </a:p>
        </p:txBody>
      </p:sp>
      <p:sp>
        <p:nvSpPr>
          <p:cNvPr id="507221539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Ariadna     </a:t>
            </a:r>
          </a:p>
        </p:txBody>
      </p:sp>
      <p:sp>
        <p:nvSpPr>
          <p:cNvPr id="1509811030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27000</a:t>
            </a:r>
          </a:p>
        </p:txBody>
      </p:sp>
      <p:sp>
        <p:nvSpPr>
          <p:cNvPr id="727208258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59757129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VERA                </a:t>
            </a:r>
          </a:p>
        </p:txBody>
      </p:sp>
      <p:sp>
        <p:nvSpPr>
          <p:cNvPr id="1668090087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Beatriz     </a:t>
            </a:r>
          </a:p>
        </p:txBody>
      </p:sp>
      <p:sp>
        <p:nvSpPr>
          <p:cNvPr id="191080624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27115</a:t>
            </a:r>
          </a:p>
        </p:txBody>
      </p:sp>
      <p:sp>
        <p:nvSpPr>
          <p:cNvPr id="1003995303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70043042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LIPINSKI            </a:t>
            </a:r>
          </a:p>
        </p:txBody>
      </p:sp>
      <p:sp>
        <p:nvSpPr>
          <p:cNvPr id="99374376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Víctor Mario        </a:t>
            </a:r>
          </a:p>
        </p:txBody>
      </p:sp>
      <p:sp>
        <p:nvSpPr>
          <p:cNvPr id="871051601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27158</a:t>
            </a:r>
          </a:p>
        </p:txBody>
      </p:sp>
      <p:sp>
        <p:nvSpPr>
          <p:cNvPr id="368236408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48922249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GALMARINI           </a:t>
            </a:r>
          </a:p>
        </p:txBody>
      </p:sp>
      <p:sp>
        <p:nvSpPr>
          <p:cNvPr id="133595929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Claudio Ròmulo      </a:t>
            </a:r>
          </a:p>
        </p:txBody>
      </p:sp>
      <p:sp>
        <p:nvSpPr>
          <p:cNvPr id="1526392101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27177</a:t>
            </a:r>
          </a:p>
        </p:txBody>
      </p:sp>
      <p:sp>
        <p:nvSpPr>
          <p:cNvPr id="23239444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28166869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ALARIA              </a:t>
            </a:r>
          </a:p>
        </p:txBody>
      </p:sp>
      <p:sp>
        <p:nvSpPr>
          <p:cNvPr id="584241608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Alejandrina Soledad </a:t>
            </a:r>
          </a:p>
        </p:txBody>
      </p:sp>
      <p:sp>
        <p:nvSpPr>
          <p:cNvPr id="1053471572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27181</a:t>
            </a:r>
          </a:p>
        </p:txBody>
      </p:sp>
      <p:sp>
        <p:nvSpPr>
          <p:cNvPr id="1841524736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71917388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LAFI                </a:t>
            </a:r>
          </a:p>
        </p:txBody>
      </p:sp>
      <p:sp>
        <p:nvSpPr>
          <p:cNvPr id="1254921034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Jorge Gustavo       </a:t>
            </a:r>
          </a:p>
        </p:txBody>
      </p:sp>
      <p:sp>
        <p:nvSpPr>
          <p:cNvPr id="1020921251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27185</a:t>
            </a:r>
          </a:p>
        </p:txBody>
      </p:sp>
      <p:sp>
        <p:nvSpPr>
          <p:cNvPr id="229126027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8295671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TOZZI               </a:t>
            </a:r>
          </a:p>
        </p:txBody>
      </p:sp>
      <p:sp>
        <p:nvSpPr>
          <p:cNvPr id="1712857413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Fabiàn Marcelo      </a:t>
            </a:r>
          </a:p>
        </p:txBody>
      </p:sp>
      <p:sp>
        <p:nvSpPr>
          <p:cNvPr id="976252256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27293</a:t>
            </a:r>
          </a:p>
        </p:txBody>
      </p:sp>
      <p:sp>
        <p:nvSpPr>
          <p:cNvPr id="1096603512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10567630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MIRALLES            </a:t>
            </a:r>
          </a:p>
        </p:txBody>
      </p:sp>
      <p:sp>
        <p:nvSpPr>
          <p:cNvPr id="941688888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Susana Alicia Noemí </a:t>
            </a:r>
          </a:p>
        </p:txBody>
      </p:sp>
      <p:sp>
        <p:nvSpPr>
          <p:cNvPr id="10662226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27294</a:t>
            </a:r>
          </a:p>
        </p:txBody>
      </p:sp>
      <p:sp>
        <p:nvSpPr>
          <p:cNvPr id="958889681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41581479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SARTOR              </a:t>
            </a:r>
          </a:p>
        </p:txBody>
      </p:sp>
      <p:sp>
        <p:nvSpPr>
          <p:cNvPr id="1529107700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Carmen Elena        </a:t>
            </a:r>
          </a:p>
        </p:txBody>
      </p:sp>
      <p:sp>
        <p:nvSpPr>
          <p:cNvPr id="776310251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27346</a:t>
            </a:r>
          </a:p>
        </p:txBody>
      </p:sp>
      <p:sp>
        <p:nvSpPr>
          <p:cNvPr id="1483233032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07394448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SANCE               </a:t>
            </a:r>
          </a:p>
        </p:txBody>
      </p:sp>
      <p:sp>
        <p:nvSpPr>
          <p:cNvPr id="709017744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Marìa Mirta 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66205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718024881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926541052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764515145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604360592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27442</a:t>
            </a:r>
          </a:p>
        </p:txBody>
      </p:sp>
      <p:sp>
        <p:nvSpPr>
          <p:cNvPr id="683798012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08192587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ROIG                </a:t>
            </a:r>
          </a:p>
        </p:txBody>
      </p:sp>
      <p:sp>
        <p:nvSpPr>
          <p:cNvPr id="75536122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Fidel Alejandro     </a:t>
            </a:r>
          </a:p>
        </p:txBody>
      </p:sp>
      <p:sp>
        <p:nvSpPr>
          <p:cNvPr id="372767077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27443</a:t>
            </a:r>
          </a:p>
        </p:txBody>
      </p:sp>
      <p:sp>
        <p:nvSpPr>
          <p:cNvPr id="886464840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20506641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VENIER              </a:t>
            </a:r>
          </a:p>
        </p:txBody>
      </p:sp>
      <p:sp>
        <p:nvSpPr>
          <p:cNvPr id="687808432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Matías              </a:t>
            </a:r>
          </a:p>
        </p:txBody>
      </p:sp>
      <p:sp>
        <p:nvSpPr>
          <p:cNvPr id="91844823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27443</a:t>
            </a:r>
          </a:p>
        </p:txBody>
      </p:sp>
      <p:sp>
        <p:nvSpPr>
          <p:cNvPr id="1742681615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867925519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VENIER              </a:t>
            </a:r>
          </a:p>
        </p:txBody>
      </p:sp>
      <p:sp>
        <p:nvSpPr>
          <p:cNvPr id="160762340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Matías              </a:t>
            </a:r>
          </a:p>
        </p:txBody>
      </p:sp>
      <p:sp>
        <p:nvSpPr>
          <p:cNvPr id="398220454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27485</a:t>
            </a:r>
          </a:p>
        </p:txBody>
      </p:sp>
      <p:sp>
        <p:nvSpPr>
          <p:cNvPr id="1332126326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3014110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TONOLLI             </a:t>
            </a:r>
          </a:p>
        </p:txBody>
      </p:sp>
      <p:sp>
        <p:nvSpPr>
          <p:cNvPr id="964912524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Javier    </a:t>
            </a:r>
          </a:p>
        </p:txBody>
      </p:sp>
      <p:sp>
        <p:nvSpPr>
          <p:cNvPr id="1635772371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27573</a:t>
            </a:r>
          </a:p>
        </p:txBody>
      </p:sp>
      <p:sp>
        <p:nvSpPr>
          <p:cNvPr id="340590503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60664666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OCCHIUTO            </a:t>
            </a:r>
          </a:p>
        </p:txBody>
      </p:sp>
      <p:sp>
        <p:nvSpPr>
          <p:cNvPr id="917380160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Patricia Noemí      </a:t>
            </a:r>
          </a:p>
        </p:txBody>
      </p:sp>
      <p:sp>
        <p:nvSpPr>
          <p:cNvPr id="1623247307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27593</a:t>
            </a:r>
          </a:p>
        </p:txBody>
      </p:sp>
      <p:sp>
        <p:nvSpPr>
          <p:cNvPr id="285237261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99145523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              </a:t>
            </a:r>
          </a:p>
        </p:txBody>
      </p:sp>
      <p:sp>
        <p:nvSpPr>
          <p:cNvPr id="876076723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Marcela Mónica      </a:t>
            </a:r>
          </a:p>
        </p:txBody>
      </p:sp>
      <p:sp>
        <p:nvSpPr>
          <p:cNvPr id="1073599629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27689</a:t>
            </a:r>
          </a:p>
        </p:txBody>
      </p:sp>
      <p:sp>
        <p:nvSpPr>
          <p:cNvPr id="831362509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81081381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ABRAHAM             </a:t>
            </a:r>
          </a:p>
        </p:txBody>
      </p:sp>
      <p:sp>
        <p:nvSpPr>
          <p:cNvPr id="1243421246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Irene         </a:t>
            </a:r>
          </a:p>
        </p:txBody>
      </p:sp>
      <p:sp>
        <p:nvSpPr>
          <p:cNvPr id="101751256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27724</a:t>
            </a:r>
          </a:p>
        </p:txBody>
      </p:sp>
      <p:sp>
        <p:nvSpPr>
          <p:cNvPr id="921398894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46632941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MARTINOTTI          </a:t>
            </a:r>
          </a:p>
        </p:txBody>
      </p:sp>
      <p:sp>
        <p:nvSpPr>
          <p:cNvPr id="1104493122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Marcelo Diego       </a:t>
            </a:r>
          </a:p>
        </p:txBody>
      </p:sp>
      <p:sp>
        <p:nvSpPr>
          <p:cNvPr id="367256786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27761</a:t>
            </a:r>
          </a:p>
        </p:txBody>
      </p:sp>
      <p:sp>
        <p:nvSpPr>
          <p:cNvPr id="616800824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67884899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SLIPAK              </a:t>
            </a:r>
          </a:p>
        </p:txBody>
      </p:sp>
      <p:sp>
        <p:nvSpPr>
          <p:cNvPr id="244474624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Mónica Beatríz      </a:t>
            </a:r>
          </a:p>
        </p:txBody>
      </p:sp>
      <p:sp>
        <p:nvSpPr>
          <p:cNvPr id="748788857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27778</a:t>
            </a:r>
          </a:p>
        </p:txBody>
      </p:sp>
      <p:sp>
        <p:nvSpPr>
          <p:cNvPr id="640148179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7372983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FOSCHI              </a:t>
            </a:r>
          </a:p>
        </p:txBody>
      </p:sp>
      <p:sp>
        <p:nvSpPr>
          <p:cNvPr id="1180118846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Laura         </a:t>
            </a:r>
          </a:p>
        </p:txBody>
      </p:sp>
      <p:sp>
        <p:nvSpPr>
          <p:cNvPr id="98481030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27887</a:t>
            </a:r>
          </a:p>
        </p:txBody>
      </p:sp>
      <p:sp>
        <p:nvSpPr>
          <p:cNvPr id="1608263020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47395998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GUTIERREZ           </a:t>
            </a:r>
          </a:p>
        </p:txBody>
      </p:sp>
      <p:sp>
        <p:nvSpPr>
          <p:cNvPr id="865970060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Teresa        </a:t>
            </a:r>
          </a:p>
        </p:txBody>
      </p:sp>
      <p:sp>
        <p:nvSpPr>
          <p:cNvPr id="862122701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27947</a:t>
            </a:r>
          </a:p>
        </p:txBody>
      </p:sp>
      <p:sp>
        <p:nvSpPr>
          <p:cNvPr id="624069398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24240238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MARFIL              </a:t>
            </a:r>
          </a:p>
        </p:txBody>
      </p:sp>
      <p:sp>
        <p:nvSpPr>
          <p:cNvPr id="559972026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Federico     </a:t>
            </a:r>
          </a:p>
        </p:txBody>
      </p:sp>
      <p:sp>
        <p:nvSpPr>
          <p:cNvPr id="1176499828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27948</a:t>
            </a:r>
          </a:p>
        </p:txBody>
      </p:sp>
      <p:sp>
        <p:nvSpPr>
          <p:cNvPr id="155067126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70444477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CORNEJO             </a:t>
            </a:r>
          </a:p>
        </p:txBody>
      </p:sp>
      <p:sp>
        <p:nvSpPr>
          <p:cNvPr id="1284927887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Paula               </a:t>
            </a:r>
          </a:p>
        </p:txBody>
      </p:sp>
      <p:sp>
        <p:nvSpPr>
          <p:cNvPr id="687442577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27949</a:t>
            </a:r>
          </a:p>
        </p:txBody>
      </p:sp>
      <p:sp>
        <p:nvSpPr>
          <p:cNvPr id="385370779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6003301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LORELLO             </a:t>
            </a:r>
          </a:p>
        </p:txBody>
      </p:sp>
      <p:sp>
        <p:nvSpPr>
          <p:cNvPr id="189981207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Inés María          </a:t>
            </a:r>
          </a:p>
        </p:txBody>
      </p:sp>
      <p:sp>
        <p:nvSpPr>
          <p:cNvPr id="1354731350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27968</a:t>
            </a:r>
          </a:p>
        </p:txBody>
      </p:sp>
      <p:sp>
        <p:nvSpPr>
          <p:cNvPr id="1348173956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59718995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GOLD                </a:t>
            </a:r>
          </a:p>
        </p:txBody>
      </p:sp>
      <p:sp>
        <p:nvSpPr>
          <p:cNvPr id="439079504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Guillermo      </a:t>
            </a:r>
          </a:p>
        </p:txBody>
      </p:sp>
      <p:sp>
        <p:nvSpPr>
          <p:cNvPr id="855412636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28015</a:t>
            </a:r>
          </a:p>
        </p:txBody>
      </p:sp>
      <p:sp>
        <p:nvSpPr>
          <p:cNvPr id="1664640234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1459722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AGUILERA            </a:t>
            </a:r>
          </a:p>
        </p:txBody>
      </p:sp>
      <p:sp>
        <p:nvSpPr>
          <p:cNvPr id="933044448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Ricardo Alexis      </a:t>
            </a:r>
          </a:p>
        </p:txBody>
      </p:sp>
      <p:sp>
        <p:nvSpPr>
          <p:cNvPr id="752447142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28127</a:t>
            </a:r>
          </a:p>
        </p:txBody>
      </p:sp>
      <p:sp>
        <p:nvSpPr>
          <p:cNvPr id="1995402058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7757254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CONSOLI             </a:t>
            </a:r>
          </a:p>
        </p:txBody>
      </p:sp>
      <p:sp>
        <p:nvSpPr>
          <p:cNvPr id="355713311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Daniela Virginia    </a:t>
            </a:r>
          </a:p>
        </p:txBody>
      </p:sp>
      <p:sp>
        <p:nvSpPr>
          <p:cNvPr id="2026628376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28140</a:t>
            </a:r>
          </a:p>
        </p:txBody>
      </p:sp>
      <p:sp>
        <p:nvSpPr>
          <p:cNvPr id="304990365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77082813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BARROS              </a:t>
            </a:r>
          </a:p>
        </p:txBody>
      </p:sp>
      <p:sp>
        <p:nvSpPr>
          <p:cNvPr id="36672459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Ramón Ariel         </a:t>
            </a:r>
          </a:p>
        </p:txBody>
      </p:sp>
      <p:sp>
        <p:nvSpPr>
          <p:cNvPr id="26211724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28140</a:t>
            </a:r>
          </a:p>
        </p:txBody>
      </p:sp>
      <p:sp>
        <p:nvSpPr>
          <p:cNvPr id="306297633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426015972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BARROS              </a:t>
            </a:r>
          </a:p>
        </p:txBody>
      </p:sp>
      <p:sp>
        <p:nvSpPr>
          <p:cNvPr id="339962306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Ramón Ariel         </a:t>
            </a:r>
          </a:p>
        </p:txBody>
      </p:sp>
      <p:sp>
        <p:nvSpPr>
          <p:cNvPr id="1439975922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28151</a:t>
            </a:r>
          </a:p>
        </p:txBody>
      </p:sp>
      <p:sp>
        <p:nvSpPr>
          <p:cNvPr id="1682103011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30576769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BIALY               </a:t>
            </a:r>
          </a:p>
        </p:txBody>
      </p:sp>
      <p:sp>
        <p:nvSpPr>
          <p:cNvPr id="1064937216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Gabriela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075214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941284989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457761252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306938810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257838154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28167</a:t>
            </a:r>
          </a:p>
        </p:txBody>
      </p:sp>
      <p:sp>
        <p:nvSpPr>
          <p:cNvPr id="656833210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29814890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BEVAQUA             </a:t>
            </a:r>
          </a:p>
        </p:txBody>
      </p:sp>
      <p:sp>
        <p:nvSpPr>
          <p:cNvPr id="1336541901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Alicia Beatriz      </a:t>
            </a:r>
          </a:p>
        </p:txBody>
      </p:sp>
      <p:sp>
        <p:nvSpPr>
          <p:cNvPr id="580782487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28168</a:t>
            </a:r>
          </a:p>
        </p:txBody>
      </p:sp>
      <p:sp>
        <p:nvSpPr>
          <p:cNvPr id="898083394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72531842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MOLINA              </a:t>
            </a:r>
          </a:p>
        </p:txBody>
      </p:sp>
      <p:sp>
        <p:nvSpPr>
          <p:cNvPr id="461424865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Martín Alberto      </a:t>
            </a:r>
          </a:p>
        </p:txBody>
      </p:sp>
      <p:sp>
        <p:nvSpPr>
          <p:cNvPr id="604256738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28193</a:t>
            </a:r>
          </a:p>
        </p:txBody>
      </p:sp>
      <p:sp>
        <p:nvSpPr>
          <p:cNvPr id="29282890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90337444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FLORES CÁCERES      </a:t>
            </a:r>
          </a:p>
        </p:txBody>
      </p:sp>
      <p:sp>
        <p:nvSpPr>
          <p:cNvPr id="440255145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Laura         </a:t>
            </a:r>
          </a:p>
        </p:txBody>
      </p:sp>
      <p:sp>
        <p:nvSpPr>
          <p:cNvPr id="1287058100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28268</a:t>
            </a:r>
          </a:p>
        </p:txBody>
      </p:sp>
      <p:sp>
        <p:nvSpPr>
          <p:cNvPr id="2130194116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7262847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ARIAS               </a:t>
            </a:r>
          </a:p>
        </p:txBody>
      </p:sp>
      <p:sp>
        <p:nvSpPr>
          <p:cNvPr id="717747650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Mariela Anabel      </a:t>
            </a:r>
          </a:p>
        </p:txBody>
      </p:sp>
      <p:sp>
        <p:nvSpPr>
          <p:cNvPr id="769108351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28315</a:t>
            </a:r>
          </a:p>
        </p:txBody>
      </p:sp>
      <p:sp>
        <p:nvSpPr>
          <p:cNvPr id="699983964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15064682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CARRILLO            </a:t>
            </a:r>
          </a:p>
        </p:txBody>
      </p:sp>
      <p:sp>
        <p:nvSpPr>
          <p:cNvPr id="773621762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Natalia Paola       </a:t>
            </a:r>
          </a:p>
        </p:txBody>
      </p:sp>
      <p:sp>
        <p:nvSpPr>
          <p:cNvPr id="1394954996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28316</a:t>
            </a:r>
          </a:p>
        </p:txBody>
      </p:sp>
      <p:sp>
        <p:nvSpPr>
          <p:cNvPr id="929643473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74318786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DRAQUE              </a:t>
            </a:r>
          </a:p>
        </p:txBody>
      </p:sp>
      <p:sp>
        <p:nvSpPr>
          <p:cNvPr id="429821615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Alfredo             </a:t>
            </a:r>
          </a:p>
        </p:txBody>
      </p:sp>
      <p:sp>
        <p:nvSpPr>
          <p:cNvPr id="2024378444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28420</a:t>
            </a:r>
          </a:p>
        </p:txBody>
      </p:sp>
      <p:sp>
        <p:nvSpPr>
          <p:cNvPr id="1145088887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07963042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MOLINA              </a:t>
            </a:r>
          </a:p>
        </p:txBody>
      </p:sp>
      <p:sp>
        <p:nvSpPr>
          <p:cNvPr id="909029890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Matías        </a:t>
            </a:r>
          </a:p>
        </p:txBody>
      </p:sp>
      <p:sp>
        <p:nvSpPr>
          <p:cNvPr id="866696472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28420</a:t>
            </a:r>
          </a:p>
        </p:txBody>
      </p:sp>
      <p:sp>
        <p:nvSpPr>
          <p:cNvPr id="186027303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72175136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MOLINA              </a:t>
            </a:r>
          </a:p>
        </p:txBody>
      </p:sp>
      <p:sp>
        <p:nvSpPr>
          <p:cNvPr id="2084902954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Matías        </a:t>
            </a:r>
          </a:p>
        </p:txBody>
      </p:sp>
      <p:sp>
        <p:nvSpPr>
          <p:cNvPr id="473279779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28420</a:t>
            </a:r>
          </a:p>
        </p:txBody>
      </p:sp>
      <p:sp>
        <p:nvSpPr>
          <p:cNvPr id="133817165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649713746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MOLINA              </a:t>
            </a:r>
          </a:p>
        </p:txBody>
      </p:sp>
      <p:sp>
        <p:nvSpPr>
          <p:cNvPr id="1932067674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Matías        </a:t>
            </a:r>
          </a:p>
        </p:txBody>
      </p:sp>
      <p:sp>
        <p:nvSpPr>
          <p:cNvPr id="16117063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28421</a:t>
            </a:r>
          </a:p>
        </p:txBody>
      </p:sp>
      <p:sp>
        <p:nvSpPr>
          <p:cNvPr id="817916350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77270003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PONTIN              </a:t>
            </a:r>
          </a:p>
        </p:txBody>
      </p:sp>
      <p:sp>
        <p:nvSpPr>
          <p:cNvPr id="1213611321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Mariela Ana         </a:t>
            </a:r>
          </a:p>
        </p:txBody>
      </p:sp>
      <p:sp>
        <p:nvSpPr>
          <p:cNvPr id="36579284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28496</a:t>
            </a:r>
          </a:p>
        </p:txBody>
      </p:sp>
      <p:sp>
        <p:nvSpPr>
          <p:cNvPr id="178208097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80488502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GONZALEZ            </a:t>
            </a:r>
          </a:p>
        </p:txBody>
      </p:sp>
      <p:sp>
        <p:nvSpPr>
          <p:cNvPr id="1031740394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Carina Verónica     </a:t>
            </a:r>
          </a:p>
        </p:txBody>
      </p:sp>
      <p:sp>
        <p:nvSpPr>
          <p:cNvPr id="1677836080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28498</a:t>
            </a:r>
          </a:p>
        </p:txBody>
      </p:sp>
      <p:sp>
        <p:nvSpPr>
          <p:cNvPr id="783227803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82412558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BERGÁS              </a:t>
            </a:r>
          </a:p>
        </p:txBody>
      </p:sp>
      <p:sp>
        <p:nvSpPr>
          <p:cNvPr id="1758470303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Valeria Roxana      </a:t>
            </a:r>
          </a:p>
        </p:txBody>
      </p:sp>
      <p:sp>
        <p:nvSpPr>
          <p:cNvPr id="940432507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28500</a:t>
            </a:r>
          </a:p>
        </p:txBody>
      </p:sp>
      <p:sp>
        <p:nvSpPr>
          <p:cNvPr id="369503229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65546326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COHEN               </a:t>
            </a:r>
          </a:p>
        </p:txBody>
      </p:sp>
      <p:sp>
        <p:nvSpPr>
          <p:cNvPr id="975854882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Carmen          </a:t>
            </a:r>
          </a:p>
        </p:txBody>
      </p:sp>
      <p:sp>
        <p:nvSpPr>
          <p:cNvPr id="860389635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28502</a:t>
            </a:r>
          </a:p>
        </p:txBody>
      </p:sp>
      <p:sp>
        <p:nvSpPr>
          <p:cNvPr id="1561200194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36461512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SAVIETTO            </a:t>
            </a:r>
          </a:p>
        </p:txBody>
      </p:sp>
      <p:sp>
        <p:nvSpPr>
          <p:cNvPr id="789075766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Paola Mariana       </a:t>
            </a:r>
          </a:p>
        </p:txBody>
      </p:sp>
      <p:sp>
        <p:nvSpPr>
          <p:cNvPr id="1284878937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28502</a:t>
            </a:r>
          </a:p>
        </p:txBody>
      </p:sp>
      <p:sp>
        <p:nvSpPr>
          <p:cNvPr id="2012223574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69135262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SAVIETTO            </a:t>
            </a:r>
          </a:p>
        </p:txBody>
      </p:sp>
      <p:sp>
        <p:nvSpPr>
          <p:cNvPr id="372581540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Paola Mariana       </a:t>
            </a:r>
          </a:p>
        </p:txBody>
      </p:sp>
      <p:sp>
        <p:nvSpPr>
          <p:cNvPr id="2063111775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28536</a:t>
            </a:r>
          </a:p>
        </p:txBody>
      </p:sp>
      <p:sp>
        <p:nvSpPr>
          <p:cNvPr id="1448637963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36138102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AVENA               </a:t>
            </a:r>
          </a:p>
        </p:txBody>
      </p:sp>
      <p:sp>
        <p:nvSpPr>
          <p:cNvPr id="1016279236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Andrés Fernando     </a:t>
            </a:r>
          </a:p>
        </p:txBody>
      </p:sp>
      <p:sp>
        <p:nvSpPr>
          <p:cNvPr id="1667674861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28538</a:t>
            </a:r>
          </a:p>
        </p:txBody>
      </p:sp>
      <p:sp>
        <p:nvSpPr>
          <p:cNvPr id="1802311830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98085875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STUDER              </a:t>
            </a:r>
          </a:p>
        </p:txBody>
      </p:sp>
      <p:sp>
        <p:nvSpPr>
          <p:cNvPr id="1422626853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Paola Mariela       </a:t>
            </a:r>
          </a:p>
        </p:txBody>
      </p:sp>
      <p:sp>
        <p:nvSpPr>
          <p:cNvPr id="6592673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28574</a:t>
            </a:r>
          </a:p>
        </p:txBody>
      </p:sp>
      <p:sp>
        <p:nvSpPr>
          <p:cNvPr id="1281389114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4082688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PINTO               </a:t>
            </a:r>
          </a:p>
        </p:txBody>
      </p:sp>
      <p:sp>
        <p:nvSpPr>
          <p:cNvPr id="1731497803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Mauricio Esteban    </a:t>
            </a:r>
          </a:p>
        </p:txBody>
      </p:sp>
      <p:sp>
        <p:nvSpPr>
          <p:cNvPr id="732674524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28616</a:t>
            </a:r>
          </a:p>
        </p:txBody>
      </p:sp>
      <p:sp>
        <p:nvSpPr>
          <p:cNvPr id="389492970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7819073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GIBBS               </a:t>
            </a:r>
          </a:p>
        </p:txBody>
      </p:sp>
      <p:sp>
        <p:nvSpPr>
          <p:cNvPr id="1655951709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Alejandro      </a:t>
            </a:r>
          </a:p>
        </p:txBody>
      </p:sp>
      <p:sp>
        <p:nvSpPr>
          <p:cNvPr id="192308043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28617</a:t>
            </a:r>
          </a:p>
        </p:txBody>
      </p:sp>
      <p:sp>
        <p:nvSpPr>
          <p:cNvPr id="158389966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27919929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SEGURA              </a:t>
            </a:r>
          </a:p>
        </p:txBody>
      </p:sp>
      <p:sp>
        <p:nvSpPr>
          <p:cNvPr id="1700187079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Diana María 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29771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72067266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330639732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67275866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349385939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28641</a:t>
            </a:r>
          </a:p>
        </p:txBody>
      </p:sp>
      <p:sp>
        <p:nvSpPr>
          <p:cNvPr id="909185875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40852720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MORENO              </a:t>
            </a:r>
          </a:p>
        </p:txBody>
      </p:sp>
      <p:sp>
        <p:nvSpPr>
          <p:cNvPr id="18273422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Daniela María Del Va</a:t>
            </a:r>
          </a:p>
        </p:txBody>
      </p:sp>
      <p:sp>
        <p:nvSpPr>
          <p:cNvPr id="3124203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28642</a:t>
            </a:r>
          </a:p>
        </p:txBody>
      </p:sp>
      <p:sp>
        <p:nvSpPr>
          <p:cNvPr id="109883876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71209188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BERLI               </a:t>
            </a:r>
          </a:p>
        </p:txBody>
      </p:sp>
      <p:sp>
        <p:nvSpPr>
          <p:cNvPr id="882600447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Federico Javier     </a:t>
            </a:r>
          </a:p>
        </p:txBody>
      </p:sp>
      <p:sp>
        <p:nvSpPr>
          <p:cNvPr id="1196162900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28660</a:t>
            </a:r>
          </a:p>
        </p:txBody>
      </p:sp>
      <p:sp>
        <p:nvSpPr>
          <p:cNvPr id="131544073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68253666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CORVALÁN </a:t>
            </a:r>
          </a:p>
        </p:txBody>
      </p:sp>
      <p:sp>
        <p:nvSpPr>
          <p:cNvPr id="971189409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Andrea Belén        </a:t>
            </a:r>
          </a:p>
        </p:txBody>
      </p:sp>
      <p:sp>
        <p:nvSpPr>
          <p:cNvPr id="1904679863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28678</a:t>
            </a:r>
          </a:p>
        </p:txBody>
      </p:sp>
      <p:sp>
        <p:nvSpPr>
          <p:cNvPr id="1563215259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4392061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MORELLI             </a:t>
            </a:r>
          </a:p>
        </p:txBody>
      </p:sp>
      <p:sp>
        <p:nvSpPr>
          <p:cNvPr id="1203679072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Claudia       </a:t>
            </a:r>
          </a:p>
        </p:txBody>
      </p:sp>
      <p:sp>
        <p:nvSpPr>
          <p:cNvPr id="938208364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28685</a:t>
            </a:r>
          </a:p>
        </p:txBody>
      </p:sp>
      <p:sp>
        <p:nvSpPr>
          <p:cNvPr id="1643037474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8608745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BASTIAS             </a:t>
            </a:r>
          </a:p>
        </p:txBody>
      </p:sp>
      <p:sp>
        <p:nvSpPr>
          <p:cNvPr id="357115821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Gregorio       </a:t>
            </a:r>
          </a:p>
        </p:txBody>
      </p:sp>
      <p:sp>
        <p:nvSpPr>
          <p:cNvPr id="1976293829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28689</a:t>
            </a:r>
          </a:p>
        </p:txBody>
      </p:sp>
      <p:sp>
        <p:nvSpPr>
          <p:cNvPr id="440815854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20959675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BUCCHERI            </a:t>
            </a:r>
          </a:p>
        </p:txBody>
      </p:sp>
      <p:sp>
        <p:nvSpPr>
          <p:cNvPr id="888201172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Mauricio José       </a:t>
            </a:r>
          </a:p>
        </p:txBody>
      </p:sp>
      <p:sp>
        <p:nvSpPr>
          <p:cNvPr id="838267507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28689</a:t>
            </a:r>
          </a:p>
        </p:txBody>
      </p:sp>
      <p:sp>
        <p:nvSpPr>
          <p:cNvPr id="1269265829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595722352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BUCCHERI            </a:t>
            </a:r>
          </a:p>
        </p:txBody>
      </p:sp>
      <p:sp>
        <p:nvSpPr>
          <p:cNvPr id="1529786328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Mauricio José       </a:t>
            </a:r>
          </a:p>
        </p:txBody>
      </p:sp>
      <p:sp>
        <p:nvSpPr>
          <p:cNvPr id="1444592812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28781</a:t>
            </a:r>
          </a:p>
        </p:txBody>
      </p:sp>
      <p:sp>
        <p:nvSpPr>
          <p:cNvPr id="1968761949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54043867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QUIROGA             </a:t>
            </a:r>
          </a:p>
        </p:txBody>
      </p:sp>
      <p:sp>
        <p:nvSpPr>
          <p:cNvPr id="326179277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Noelia      </a:t>
            </a:r>
          </a:p>
        </p:txBody>
      </p:sp>
      <p:sp>
        <p:nvSpPr>
          <p:cNvPr id="1716841395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28781</a:t>
            </a:r>
          </a:p>
        </p:txBody>
      </p:sp>
      <p:sp>
        <p:nvSpPr>
          <p:cNvPr id="1363044673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483756562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QUIROGA             </a:t>
            </a:r>
          </a:p>
        </p:txBody>
      </p:sp>
      <p:sp>
        <p:nvSpPr>
          <p:cNvPr id="916428570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Noelia      </a:t>
            </a:r>
          </a:p>
        </p:txBody>
      </p:sp>
      <p:sp>
        <p:nvSpPr>
          <p:cNvPr id="662259706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28781</a:t>
            </a:r>
          </a:p>
        </p:txBody>
      </p:sp>
      <p:sp>
        <p:nvSpPr>
          <p:cNvPr id="191136341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940430922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QUIROGA             </a:t>
            </a:r>
          </a:p>
        </p:txBody>
      </p:sp>
      <p:sp>
        <p:nvSpPr>
          <p:cNvPr id="1135842712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Noelia      </a:t>
            </a:r>
          </a:p>
        </p:txBody>
      </p:sp>
      <p:sp>
        <p:nvSpPr>
          <p:cNvPr id="112632240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28781</a:t>
            </a:r>
          </a:p>
        </p:txBody>
      </p:sp>
      <p:sp>
        <p:nvSpPr>
          <p:cNvPr id="32245302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</a:t>
            </a:r>
          </a:p>
        </p:txBody>
      </p:sp>
      <p:sp>
        <p:nvSpPr>
          <p:cNvPr id="780911670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QUIROGA             </a:t>
            </a:r>
          </a:p>
        </p:txBody>
      </p:sp>
      <p:sp>
        <p:nvSpPr>
          <p:cNvPr id="1509870873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Viviana Noelia      </a:t>
            </a:r>
          </a:p>
        </p:txBody>
      </p:sp>
      <p:sp>
        <p:nvSpPr>
          <p:cNvPr id="1732989559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28840</a:t>
            </a:r>
          </a:p>
        </p:txBody>
      </p:sp>
      <p:sp>
        <p:nvSpPr>
          <p:cNvPr id="34813852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00858580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PLANTEY       </a:t>
            </a:r>
          </a:p>
        </p:txBody>
      </p:sp>
      <p:sp>
        <p:nvSpPr>
          <p:cNvPr id="190747109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Rodrigo Javier      </a:t>
            </a:r>
          </a:p>
        </p:txBody>
      </p:sp>
      <p:sp>
        <p:nvSpPr>
          <p:cNvPr id="1841059639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28840</a:t>
            </a:r>
          </a:p>
        </p:txBody>
      </p:sp>
      <p:sp>
        <p:nvSpPr>
          <p:cNvPr id="174496669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618593047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PLANTEY       </a:t>
            </a:r>
          </a:p>
        </p:txBody>
      </p:sp>
      <p:sp>
        <p:nvSpPr>
          <p:cNvPr id="151798438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Rodrigo Javier      </a:t>
            </a:r>
          </a:p>
        </p:txBody>
      </p:sp>
      <p:sp>
        <p:nvSpPr>
          <p:cNvPr id="657748300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28841</a:t>
            </a:r>
          </a:p>
        </p:txBody>
      </p:sp>
      <p:sp>
        <p:nvSpPr>
          <p:cNvPr id="1677346991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53043568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MICHELETTI          </a:t>
            </a:r>
          </a:p>
        </p:txBody>
      </p:sp>
      <p:sp>
        <p:nvSpPr>
          <p:cNvPr id="31081684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Agostina Ariadna    </a:t>
            </a:r>
          </a:p>
        </p:txBody>
      </p:sp>
      <p:sp>
        <p:nvSpPr>
          <p:cNvPr id="1218534832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28868</a:t>
            </a:r>
          </a:p>
        </p:txBody>
      </p:sp>
      <p:sp>
        <p:nvSpPr>
          <p:cNvPr id="1510863632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38420896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MITJANS VADELL      </a:t>
            </a:r>
          </a:p>
        </p:txBody>
      </p:sp>
      <p:sp>
        <p:nvSpPr>
          <p:cNvPr id="728492348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Cecilia       </a:t>
            </a:r>
          </a:p>
        </p:txBody>
      </p:sp>
      <p:sp>
        <p:nvSpPr>
          <p:cNvPr id="966621289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28869</a:t>
            </a:r>
          </a:p>
        </p:txBody>
      </p:sp>
      <p:sp>
        <p:nvSpPr>
          <p:cNvPr id="290214668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02562739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CABALLERO           </a:t>
            </a:r>
          </a:p>
        </p:txBody>
      </p:sp>
      <p:sp>
        <p:nvSpPr>
          <p:cNvPr id="1106863167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Alberto       </a:t>
            </a:r>
          </a:p>
        </p:txBody>
      </p:sp>
      <p:sp>
        <p:nvSpPr>
          <p:cNvPr id="1545897455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28870</a:t>
            </a:r>
          </a:p>
        </p:txBody>
      </p:sp>
      <p:sp>
        <p:nvSpPr>
          <p:cNvPr id="1641364779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9039493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TIRADOR             </a:t>
            </a:r>
          </a:p>
        </p:txBody>
      </p:sp>
      <p:sp>
        <p:nvSpPr>
          <p:cNvPr id="1214953647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Marta Eugenia       </a:t>
            </a:r>
          </a:p>
        </p:txBody>
      </p:sp>
      <p:sp>
        <p:nvSpPr>
          <p:cNvPr id="1451429453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28871</a:t>
            </a:r>
          </a:p>
        </p:txBody>
      </p:sp>
      <p:sp>
        <p:nvSpPr>
          <p:cNvPr id="908070298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18702904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BATTAGLIA           </a:t>
            </a:r>
          </a:p>
        </p:txBody>
      </p:sp>
      <p:sp>
        <p:nvSpPr>
          <p:cNvPr id="1025264176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José          </a:t>
            </a:r>
          </a:p>
        </p:txBody>
      </p:sp>
      <p:sp>
        <p:nvSpPr>
          <p:cNvPr id="206222504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28972</a:t>
            </a:r>
          </a:p>
        </p:txBody>
      </p:sp>
      <p:sp>
        <p:nvSpPr>
          <p:cNvPr id="2090502117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9131852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PALERO              </a:t>
            </a:r>
          </a:p>
        </p:txBody>
      </p:sp>
      <p:sp>
        <p:nvSpPr>
          <p:cNvPr id="1242934605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Santiago David      </a:t>
            </a:r>
          </a:p>
        </p:txBody>
      </p:sp>
      <p:sp>
        <p:nvSpPr>
          <p:cNvPr id="1428471866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29002</a:t>
            </a:r>
          </a:p>
        </p:txBody>
      </p:sp>
      <p:sp>
        <p:nvSpPr>
          <p:cNvPr id="1606962049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5681287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POZZATTO            </a:t>
            </a:r>
          </a:p>
        </p:txBody>
      </p:sp>
      <p:sp>
        <p:nvSpPr>
          <p:cNvPr id="1192863450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Eugenia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159405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653189557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013459613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522911334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860685592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29048</a:t>
            </a:r>
          </a:p>
        </p:txBody>
      </p:sp>
      <p:sp>
        <p:nvSpPr>
          <p:cNvPr id="885877130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32799259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MOREIRAS            </a:t>
            </a:r>
          </a:p>
        </p:txBody>
      </p:sp>
      <p:sp>
        <p:nvSpPr>
          <p:cNvPr id="530033624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Stella Maris        </a:t>
            </a:r>
          </a:p>
        </p:txBody>
      </p:sp>
      <p:sp>
        <p:nvSpPr>
          <p:cNvPr id="512950812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29062</a:t>
            </a:r>
          </a:p>
        </p:txBody>
      </p:sp>
      <p:sp>
        <p:nvSpPr>
          <p:cNvPr id="1164938226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08354683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 SILVA            </a:t>
            </a:r>
          </a:p>
        </p:txBody>
      </p:sp>
      <p:sp>
        <p:nvSpPr>
          <p:cNvPr id="1227209415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Stela Maris         </a:t>
            </a:r>
          </a:p>
        </p:txBody>
      </p:sp>
      <p:sp>
        <p:nvSpPr>
          <p:cNvPr id="1275692117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29066</a:t>
            </a:r>
          </a:p>
        </p:txBody>
      </p:sp>
      <p:sp>
        <p:nvSpPr>
          <p:cNvPr id="80678771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05922940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CECCONATO           </a:t>
            </a:r>
          </a:p>
        </p:txBody>
      </p:sp>
      <p:sp>
        <p:nvSpPr>
          <p:cNvPr id="187795350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Adrián Javier       </a:t>
            </a:r>
          </a:p>
        </p:txBody>
      </p:sp>
      <p:sp>
        <p:nvSpPr>
          <p:cNvPr id="162297000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29217</a:t>
            </a:r>
          </a:p>
        </p:txBody>
      </p:sp>
      <p:sp>
        <p:nvSpPr>
          <p:cNvPr id="2067107102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2610579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PUERTA      </a:t>
            </a:r>
          </a:p>
        </p:txBody>
      </p:sp>
      <p:sp>
        <p:nvSpPr>
          <p:cNvPr id="111906086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Virginia      </a:t>
            </a:r>
          </a:p>
        </p:txBody>
      </p:sp>
      <p:sp>
        <p:nvSpPr>
          <p:cNvPr id="1757396277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29226</a:t>
            </a:r>
          </a:p>
        </p:txBody>
      </p:sp>
      <p:sp>
        <p:nvSpPr>
          <p:cNvPr id="69146701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59950680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BERTOLDI            </a:t>
            </a:r>
          </a:p>
        </p:txBody>
      </p:sp>
      <p:sp>
        <p:nvSpPr>
          <p:cNvPr id="229645161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Victoria      </a:t>
            </a:r>
          </a:p>
        </p:txBody>
      </p:sp>
      <p:sp>
        <p:nvSpPr>
          <p:cNvPr id="618107268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29366</a:t>
            </a:r>
          </a:p>
        </p:txBody>
      </p:sp>
      <p:sp>
        <p:nvSpPr>
          <p:cNvPr id="1150452737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63876818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ORTIZ URIBURU       </a:t>
            </a:r>
          </a:p>
        </p:txBody>
      </p:sp>
      <p:sp>
        <p:nvSpPr>
          <p:cNvPr id="833721337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Gisela Betiana      </a:t>
            </a:r>
          </a:p>
        </p:txBody>
      </p:sp>
      <p:sp>
        <p:nvSpPr>
          <p:cNvPr id="23714284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29366</a:t>
            </a:r>
          </a:p>
        </p:txBody>
      </p:sp>
      <p:sp>
        <p:nvSpPr>
          <p:cNvPr id="1281496493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98062088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ORTIZ URIBURU       </a:t>
            </a:r>
          </a:p>
        </p:txBody>
      </p:sp>
      <p:sp>
        <p:nvSpPr>
          <p:cNvPr id="434746299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Gisela Betiana      </a:t>
            </a:r>
          </a:p>
        </p:txBody>
      </p:sp>
      <p:sp>
        <p:nvSpPr>
          <p:cNvPr id="1041680199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29366</a:t>
            </a:r>
          </a:p>
        </p:txBody>
      </p:sp>
      <p:sp>
        <p:nvSpPr>
          <p:cNvPr id="1232414249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706507628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ORTIZ URIBURU       </a:t>
            </a:r>
          </a:p>
        </p:txBody>
      </p:sp>
      <p:sp>
        <p:nvSpPr>
          <p:cNvPr id="836619533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Gisela Betiana      </a:t>
            </a:r>
          </a:p>
        </p:txBody>
      </p:sp>
      <p:sp>
        <p:nvSpPr>
          <p:cNvPr id="1489054222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29519</a:t>
            </a:r>
          </a:p>
        </p:txBody>
      </p:sp>
      <p:sp>
        <p:nvSpPr>
          <p:cNvPr id="1907370663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90334272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BOITEUX             </a:t>
            </a:r>
          </a:p>
        </p:txBody>
      </p:sp>
      <p:sp>
        <p:nvSpPr>
          <p:cNvPr id="386943341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Joana Jaqueline     </a:t>
            </a:r>
          </a:p>
        </p:txBody>
      </p:sp>
      <p:sp>
        <p:nvSpPr>
          <p:cNvPr id="77624907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29520</a:t>
            </a:r>
          </a:p>
        </p:txBody>
      </p:sp>
      <p:sp>
        <p:nvSpPr>
          <p:cNvPr id="454980772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20051684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GOMEZ               </a:t>
            </a:r>
          </a:p>
        </p:txBody>
      </p:sp>
      <p:sp>
        <p:nvSpPr>
          <p:cNvPr id="851585120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Alberto      </a:t>
            </a:r>
          </a:p>
        </p:txBody>
      </p:sp>
      <p:sp>
        <p:nvSpPr>
          <p:cNvPr id="1760088232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29522</a:t>
            </a:r>
          </a:p>
        </p:txBody>
      </p:sp>
      <p:sp>
        <p:nvSpPr>
          <p:cNvPr id="2091855304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57309291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MAURE RUSSO         </a:t>
            </a:r>
          </a:p>
        </p:txBody>
      </p:sp>
      <p:sp>
        <p:nvSpPr>
          <p:cNvPr id="1725955403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Eva Marién          </a:t>
            </a:r>
          </a:p>
        </p:txBody>
      </p:sp>
      <p:sp>
        <p:nvSpPr>
          <p:cNvPr id="2070838192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29522</a:t>
            </a:r>
          </a:p>
        </p:txBody>
      </p:sp>
      <p:sp>
        <p:nvSpPr>
          <p:cNvPr id="310026015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11906483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MAURE RUSSO         </a:t>
            </a:r>
          </a:p>
        </p:txBody>
      </p:sp>
      <p:sp>
        <p:nvSpPr>
          <p:cNvPr id="601166743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Eva Marién          </a:t>
            </a:r>
          </a:p>
        </p:txBody>
      </p:sp>
      <p:sp>
        <p:nvSpPr>
          <p:cNvPr id="2046374113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29597</a:t>
            </a:r>
          </a:p>
        </p:txBody>
      </p:sp>
      <p:sp>
        <p:nvSpPr>
          <p:cNvPr id="145911048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54173109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HIDALGO             </a:t>
            </a:r>
          </a:p>
        </p:txBody>
      </p:sp>
      <p:sp>
        <p:nvSpPr>
          <p:cNvPr id="2115143259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Verónica Paulina    </a:t>
            </a:r>
          </a:p>
        </p:txBody>
      </p:sp>
      <p:sp>
        <p:nvSpPr>
          <p:cNvPr id="1915945222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29597</a:t>
            </a:r>
          </a:p>
        </p:txBody>
      </p:sp>
      <p:sp>
        <p:nvSpPr>
          <p:cNvPr id="1921543036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514722466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HIDALGO             </a:t>
            </a:r>
          </a:p>
        </p:txBody>
      </p:sp>
      <p:sp>
        <p:nvSpPr>
          <p:cNvPr id="1669334524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Verónica Paulina    </a:t>
            </a:r>
          </a:p>
        </p:txBody>
      </p:sp>
      <p:sp>
        <p:nvSpPr>
          <p:cNvPr id="1778980460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29597</a:t>
            </a:r>
          </a:p>
        </p:txBody>
      </p:sp>
      <p:sp>
        <p:nvSpPr>
          <p:cNvPr id="2057257686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843211902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HIDALGO             </a:t>
            </a:r>
          </a:p>
        </p:txBody>
      </p:sp>
      <p:sp>
        <p:nvSpPr>
          <p:cNvPr id="1410828939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Verónica Paulina    </a:t>
            </a:r>
          </a:p>
        </p:txBody>
      </p:sp>
      <p:sp>
        <p:nvSpPr>
          <p:cNvPr id="1435031246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29598</a:t>
            </a:r>
          </a:p>
        </p:txBody>
      </p:sp>
      <p:sp>
        <p:nvSpPr>
          <p:cNvPr id="181312065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2581362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MARCHUK             </a:t>
            </a:r>
          </a:p>
        </p:txBody>
      </p:sp>
      <p:sp>
        <p:nvSpPr>
          <p:cNvPr id="2134104796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Laura           </a:t>
            </a:r>
          </a:p>
        </p:txBody>
      </p:sp>
      <p:sp>
        <p:nvSpPr>
          <p:cNvPr id="627434178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29599</a:t>
            </a:r>
          </a:p>
        </p:txBody>
      </p:sp>
      <p:sp>
        <p:nvSpPr>
          <p:cNvPr id="1141522876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03558281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SANTANA             </a:t>
            </a:r>
          </a:p>
        </p:txBody>
      </p:sp>
      <p:sp>
        <p:nvSpPr>
          <p:cNvPr id="480748206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Marcela Lourdes     </a:t>
            </a:r>
          </a:p>
        </p:txBody>
      </p:sp>
      <p:sp>
        <p:nvSpPr>
          <p:cNvPr id="1101618228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29599</a:t>
            </a:r>
          </a:p>
        </p:txBody>
      </p:sp>
      <p:sp>
        <p:nvSpPr>
          <p:cNvPr id="1441037209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1800797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SANTANA             </a:t>
            </a:r>
          </a:p>
        </p:txBody>
      </p:sp>
      <p:sp>
        <p:nvSpPr>
          <p:cNvPr id="223041032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Marcela Lourdes     </a:t>
            </a:r>
          </a:p>
        </p:txBody>
      </p:sp>
      <p:sp>
        <p:nvSpPr>
          <p:cNvPr id="129166080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29600</a:t>
            </a:r>
          </a:p>
        </p:txBody>
      </p:sp>
      <p:sp>
        <p:nvSpPr>
          <p:cNvPr id="31029340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19074806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ZABALA              </a:t>
            </a:r>
          </a:p>
        </p:txBody>
      </p:sp>
      <p:sp>
        <p:nvSpPr>
          <p:cNvPr id="1613065750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Marcelo        </a:t>
            </a:r>
          </a:p>
        </p:txBody>
      </p:sp>
      <p:sp>
        <p:nvSpPr>
          <p:cNvPr id="962500522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29634</a:t>
            </a:r>
          </a:p>
        </p:txBody>
      </p:sp>
      <p:sp>
        <p:nvSpPr>
          <p:cNvPr id="1899444050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1735695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BERNARDI            </a:t>
            </a:r>
          </a:p>
        </p:txBody>
      </p:sp>
      <p:sp>
        <p:nvSpPr>
          <p:cNvPr id="83102607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Analía Marcela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145299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24419209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295240827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425354819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758360648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29634</a:t>
            </a:r>
          </a:p>
        </p:txBody>
      </p:sp>
      <p:sp>
        <p:nvSpPr>
          <p:cNvPr id="451965991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542751298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BERNARDI            </a:t>
            </a:r>
          </a:p>
        </p:txBody>
      </p:sp>
      <p:sp>
        <p:nvSpPr>
          <p:cNvPr id="1658016677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Analía Marcela      </a:t>
            </a:r>
          </a:p>
        </p:txBody>
      </p:sp>
      <p:sp>
        <p:nvSpPr>
          <p:cNvPr id="538486867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29634</a:t>
            </a:r>
          </a:p>
        </p:txBody>
      </p:sp>
      <p:sp>
        <p:nvSpPr>
          <p:cNvPr id="852685211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921964846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BERNARDI            </a:t>
            </a:r>
          </a:p>
        </p:txBody>
      </p:sp>
      <p:sp>
        <p:nvSpPr>
          <p:cNvPr id="1368653617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Analía Marcela      </a:t>
            </a:r>
          </a:p>
        </p:txBody>
      </p:sp>
      <p:sp>
        <p:nvSpPr>
          <p:cNvPr id="1263997902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29696</a:t>
            </a:r>
          </a:p>
        </p:txBody>
      </p:sp>
      <p:sp>
        <p:nvSpPr>
          <p:cNvPr id="1104502790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29746862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CALDERON            </a:t>
            </a:r>
          </a:p>
        </p:txBody>
      </p:sp>
      <p:sp>
        <p:nvSpPr>
          <p:cNvPr id="2135792819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Eduardo   </a:t>
            </a:r>
          </a:p>
        </p:txBody>
      </p:sp>
      <p:sp>
        <p:nvSpPr>
          <p:cNvPr id="1080749328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29696</a:t>
            </a:r>
          </a:p>
        </p:txBody>
      </p:sp>
      <p:sp>
        <p:nvSpPr>
          <p:cNvPr id="737269370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305658400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CALDERON            </a:t>
            </a:r>
          </a:p>
        </p:txBody>
      </p:sp>
      <p:sp>
        <p:nvSpPr>
          <p:cNvPr id="419845176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Guillermo Eduardo   </a:t>
            </a:r>
          </a:p>
        </p:txBody>
      </p:sp>
      <p:sp>
        <p:nvSpPr>
          <p:cNvPr id="1854092637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29710</a:t>
            </a:r>
          </a:p>
        </p:txBody>
      </p:sp>
      <p:sp>
        <p:nvSpPr>
          <p:cNvPr id="1747232089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38330745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FUSARI GOMEZ        </a:t>
            </a:r>
          </a:p>
        </p:txBody>
      </p:sp>
      <p:sp>
        <p:nvSpPr>
          <p:cNvPr id="772715693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Cecilia Mara        </a:t>
            </a:r>
          </a:p>
        </p:txBody>
      </p:sp>
      <p:sp>
        <p:nvSpPr>
          <p:cNvPr id="1199038842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29712</a:t>
            </a:r>
          </a:p>
        </p:txBody>
      </p:sp>
      <p:sp>
        <p:nvSpPr>
          <p:cNvPr id="259274046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74571359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FLORES ASIN         </a:t>
            </a:r>
          </a:p>
        </p:txBody>
      </p:sp>
      <p:sp>
        <p:nvSpPr>
          <p:cNvPr id="1146261356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Emiliano       </a:t>
            </a:r>
          </a:p>
        </p:txBody>
      </p:sp>
      <p:sp>
        <p:nvSpPr>
          <p:cNvPr id="138813055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29757</a:t>
            </a:r>
          </a:p>
        </p:txBody>
      </p:sp>
      <p:sp>
        <p:nvSpPr>
          <p:cNvPr id="863774743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72651881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SOSA                </a:t>
            </a:r>
          </a:p>
        </p:txBody>
      </p:sp>
      <p:sp>
        <p:nvSpPr>
          <p:cNvPr id="318153714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Matias Federico     </a:t>
            </a:r>
          </a:p>
        </p:txBody>
      </p:sp>
      <p:sp>
        <p:nvSpPr>
          <p:cNvPr id="212267381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29757</a:t>
            </a:r>
          </a:p>
        </p:txBody>
      </p:sp>
      <p:sp>
        <p:nvSpPr>
          <p:cNvPr id="1780464741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23376468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SOSA                </a:t>
            </a:r>
          </a:p>
        </p:txBody>
      </p:sp>
      <p:sp>
        <p:nvSpPr>
          <p:cNvPr id="1928516238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Matias Federico     </a:t>
            </a:r>
          </a:p>
        </p:txBody>
      </p:sp>
      <p:sp>
        <p:nvSpPr>
          <p:cNvPr id="601727895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29868</a:t>
            </a:r>
          </a:p>
        </p:txBody>
      </p:sp>
      <p:sp>
        <p:nvSpPr>
          <p:cNvPr id="740237542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99601323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AZCURRA GOMEZ       </a:t>
            </a:r>
          </a:p>
        </p:txBody>
      </p:sp>
      <p:sp>
        <p:nvSpPr>
          <p:cNvPr id="2094256382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Dario        </a:t>
            </a:r>
          </a:p>
        </p:txBody>
      </p:sp>
      <p:sp>
        <p:nvSpPr>
          <p:cNvPr id="910037944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29869</a:t>
            </a:r>
          </a:p>
        </p:txBody>
      </p:sp>
      <p:sp>
        <p:nvSpPr>
          <p:cNvPr id="629190874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01541490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MORALES             </a:t>
            </a:r>
          </a:p>
        </p:txBody>
      </p:sp>
      <p:sp>
        <p:nvSpPr>
          <p:cNvPr id="1902296001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Alfredo    </a:t>
            </a:r>
          </a:p>
        </p:txBody>
      </p:sp>
      <p:sp>
        <p:nvSpPr>
          <p:cNvPr id="15235227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29916</a:t>
            </a:r>
          </a:p>
        </p:txBody>
      </p:sp>
      <p:sp>
        <p:nvSpPr>
          <p:cNvPr id="78411147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01868719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SANZ                </a:t>
            </a:r>
          </a:p>
        </p:txBody>
      </p:sp>
      <p:sp>
        <p:nvSpPr>
          <p:cNvPr id="1752561441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Luciana Pamela      </a:t>
            </a:r>
          </a:p>
        </p:txBody>
      </p:sp>
      <p:sp>
        <p:nvSpPr>
          <p:cNvPr id="414436635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29916</a:t>
            </a:r>
          </a:p>
        </p:txBody>
      </p:sp>
      <p:sp>
        <p:nvSpPr>
          <p:cNvPr id="1147057224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630064649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SANZ                </a:t>
            </a:r>
          </a:p>
        </p:txBody>
      </p:sp>
      <p:sp>
        <p:nvSpPr>
          <p:cNvPr id="254692386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Luciana Pamela      </a:t>
            </a:r>
          </a:p>
        </p:txBody>
      </p:sp>
      <p:sp>
        <p:nvSpPr>
          <p:cNvPr id="680023031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29917</a:t>
            </a:r>
          </a:p>
        </p:txBody>
      </p:sp>
      <p:sp>
        <p:nvSpPr>
          <p:cNvPr id="239112683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24959644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ORTIZ               </a:t>
            </a:r>
          </a:p>
        </p:txBody>
      </p:sp>
      <p:sp>
        <p:nvSpPr>
          <p:cNvPr id="942311676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Mario Adrian        </a:t>
            </a:r>
          </a:p>
        </p:txBody>
      </p:sp>
      <p:sp>
        <p:nvSpPr>
          <p:cNvPr id="1887925554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29956</a:t>
            </a:r>
          </a:p>
        </p:txBody>
      </p:sp>
      <p:sp>
        <p:nvSpPr>
          <p:cNvPr id="1293901653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85672449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IGLESIAS            </a:t>
            </a:r>
          </a:p>
        </p:txBody>
      </p:sp>
      <p:sp>
        <p:nvSpPr>
          <p:cNvPr id="1096089830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Geronimo Adrian     </a:t>
            </a:r>
          </a:p>
        </p:txBody>
      </p:sp>
      <p:sp>
        <p:nvSpPr>
          <p:cNvPr id="867048844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29956</a:t>
            </a:r>
          </a:p>
        </p:txBody>
      </p:sp>
      <p:sp>
        <p:nvSpPr>
          <p:cNvPr id="1813376213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326093667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IGLESIAS            </a:t>
            </a:r>
          </a:p>
        </p:txBody>
      </p:sp>
      <p:sp>
        <p:nvSpPr>
          <p:cNvPr id="277994125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Geronimo Adrian     </a:t>
            </a:r>
          </a:p>
        </p:txBody>
      </p:sp>
      <p:sp>
        <p:nvSpPr>
          <p:cNvPr id="1470326650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29959</a:t>
            </a:r>
          </a:p>
        </p:txBody>
      </p:sp>
      <p:sp>
        <p:nvSpPr>
          <p:cNvPr id="685680521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35266645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FONZAR              </a:t>
            </a:r>
          </a:p>
        </p:txBody>
      </p:sp>
      <p:sp>
        <p:nvSpPr>
          <p:cNvPr id="225902076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Alfredo Martin      </a:t>
            </a:r>
          </a:p>
        </p:txBody>
      </p:sp>
      <p:sp>
        <p:nvSpPr>
          <p:cNvPr id="2132587083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29959</a:t>
            </a:r>
          </a:p>
        </p:txBody>
      </p:sp>
      <p:sp>
        <p:nvSpPr>
          <p:cNvPr id="889035551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7677347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FONZAR              </a:t>
            </a:r>
          </a:p>
        </p:txBody>
      </p:sp>
      <p:sp>
        <p:nvSpPr>
          <p:cNvPr id="2059825656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Alfredo Martin      </a:t>
            </a:r>
          </a:p>
        </p:txBody>
      </p:sp>
      <p:sp>
        <p:nvSpPr>
          <p:cNvPr id="205341075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29960</a:t>
            </a:r>
          </a:p>
        </p:txBody>
      </p:sp>
      <p:sp>
        <p:nvSpPr>
          <p:cNvPr id="1612301574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0389637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ESTRELLA ORREGO     </a:t>
            </a:r>
          </a:p>
        </p:txBody>
      </p:sp>
      <p:sp>
        <p:nvSpPr>
          <p:cNvPr id="1854793372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Jimena        </a:t>
            </a:r>
          </a:p>
        </p:txBody>
      </p:sp>
      <p:sp>
        <p:nvSpPr>
          <p:cNvPr id="639583352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29960</a:t>
            </a:r>
          </a:p>
        </p:txBody>
      </p:sp>
      <p:sp>
        <p:nvSpPr>
          <p:cNvPr id="1321743829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77689435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ESTRELLA ORREGO     </a:t>
            </a:r>
          </a:p>
        </p:txBody>
      </p:sp>
      <p:sp>
        <p:nvSpPr>
          <p:cNvPr id="1628950848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Jimena        </a:t>
            </a:r>
          </a:p>
        </p:txBody>
      </p:sp>
      <p:sp>
        <p:nvSpPr>
          <p:cNvPr id="1655370380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30016</a:t>
            </a:r>
          </a:p>
        </p:txBody>
      </p:sp>
      <p:sp>
        <p:nvSpPr>
          <p:cNvPr id="1159329775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36399194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ROBLEDO             </a:t>
            </a:r>
          </a:p>
        </p:txBody>
      </p:sp>
      <p:sp>
        <p:nvSpPr>
          <p:cNvPr id="712995897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Silvina 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90619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52942511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023107863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472291912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710605672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30179</a:t>
            </a:r>
          </a:p>
        </p:txBody>
      </p:sp>
      <p:sp>
        <p:nvSpPr>
          <p:cNvPr id="992968337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23419122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CAMPOS CARRIZO      </a:t>
            </a:r>
          </a:p>
        </p:txBody>
      </p:sp>
      <p:sp>
        <p:nvSpPr>
          <p:cNvPr id="1600257787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Ariel        </a:t>
            </a:r>
          </a:p>
        </p:txBody>
      </p:sp>
      <p:sp>
        <p:nvSpPr>
          <p:cNvPr id="447431081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30185</a:t>
            </a:r>
          </a:p>
        </p:txBody>
      </p:sp>
      <p:sp>
        <p:nvSpPr>
          <p:cNvPr id="1633930220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91813351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BENEDETTO           </a:t>
            </a:r>
          </a:p>
        </p:txBody>
      </p:sp>
      <p:sp>
        <p:nvSpPr>
          <p:cNvPr id="255715931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Andrea        </a:t>
            </a:r>
          </a:p>
        </p:txBody>
      </p:sp>
      <p:sp>
        <p:nvSpPr>
          <p:cNvPr id="702874670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30185</a:t>
            </a:r>
          </a:p>
        </p:txBody>
      </p:sp>
      <p:sp>
        <p:nvSpPr>
          <p:cNvPr id="2054520190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31273217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BENEDETTO           </a:t>
            </a:r>
          </a:p>
        </p:txBody>
      </p:sp>
      <p:sp>
        <p:nvSpPr>
          <p:cNvPr id="1048138783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Andrea        </a:t>
            </a:r>
          </a:p>
        </p:txBody>
      </p:sp>
      <p:sp>
        <p:nvSpPr>
          <p:cNvPr id="260169540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30315</a:t>
            </a:r>
          </a:p>
        </p:txBody>
      </p:sp>
      <p:sp>
        <p:nvSpPr>
          <p:cNvPr id="392753488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9062558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COUTO               </a:t>
            </a:r>
          </a:p>
        </p:txBody>
      </p:sp>
      <p:sp>
        <p:nvSpPr>
          <p:cNvPr id="208378037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Sol           </a:t>
            </a:r>
          </a:p>
        </p:txBody>
      </p:sp>
      <p:sp>
        <p:nvSpPr>
          <p:cNvPr id="1811323249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30395</a:t>
            </a:r>
          </a:p>
        </p:txBody>
      </p:sp>
      <p:sp>
        <p:nvSpPr>
          <p:cNvPr id="181666071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87392910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LUCERO              </a:t>
            </a:r>
          </a:p>
        </p:txBody>
      </p:sp>
      <p:sp>
        <p:nvSpPr>
          <p:cNvPr id="343596088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Leonardo Adrián     </a:t>
            </a:r>
          </a:p>
        </p:txBody>
      </p:sp>
      <p:sp>
        <p:nvSpPr>
          <p:cNvPr id="235924233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30486</a:t>
            </a:r>
          </a:p>
        </p:txBody>
      </p:sp>
      <p:sp>
        <p:nvSpPr>
          <p:cNvPr id="923771669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71156720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ALVAREZ             </a:t>
            </a:r>
          </a:p>
        </p:txBody>
      </p:sp>
      <p:sp>
        <p:nvSpPr>
          <p:cNvPr id="192373927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Agustín        </a:t>
            </a:r>
          </a:p>
        </p:txBody>
      </p:sp>
      <p:sp>
        <p:nvSpPr>
          <p:cNvPr id="1265702354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30506</a:t>
            </a:r>
          </a:p>
        </p:txBody>
      </p:sp>
      <p:sp>
        <p:nvSpPr>
          <p:cNvPr id="1833940143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9198010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GARRIGA             </a:t>
            </a:r>
          </a:p>
        </p:txBody>
      </p:sp>
      <p:sp>
        <p:nvSpPr>
          <p:cNvPr id="2141432044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Marcela Laura       </a:t>
            </a:r>
          </a:p>
        </p:txBody>
      </p:sp>
      <p:sp>
        <p:nvSpPr>
          <p:cNvPr id="136992343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30538</a:t>
            </a:r>
          </a:p>
        </p:txBody>
      </p:sp>
      <p:sp>
        <p:nvSpPr>
          <p:cNvPr id="1130992558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1416270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VIANI ARRAES        </a:t>
            </a:r>
          </a:p>
        </p:txBody>
      </p:sp>
      <p:sp>
        <p:nvSpPr>
          <p:cNvPr id="1043036369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Alberto      </a:t>
            </a:r>
          </a:p>
        </p:txBody>
      </p:sp>
      <p:sp>
        <p:nvSpPr>
          <p:cNvPr id="403243322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30560</a:t>
            </a:r>
          </a:p>
        </p:txBody>
      </p:sp>
      <p:sp>
        <p:nvSpPr>
          <p:cNvPr id="1999606569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16013280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BALACCO             </a:t>
            </a:r>
          </a:p>
        </p:txBody>
      </p:sp>
      <p:sp>
        <p:nvSpPr>
          <p:cNvPr id="521420906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Sol           </a:t>
            </a:r>
          </a:p>
        </p:txBody>
      </p:sp>
      <p:sp>
        <p:nvSpPr>
          <p:cNvPr id="1787887382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30732</a:t>
            </a:r>
          </a:p>
        </p:txBody>
      </p:sp>
      <p:sp>
        <p:nvSpPr>
          <p:cNvPr id="1432040450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54611221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PORTA               </a:t>
            </a:r>
          </a:p>
        </p:txBody>
      </p:sp>
      <p:sp>
        <p:nvSpPr>
          <p:cNvPr id="696953899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Antonella     </a:t>
            </a:r>
          </a:p>
        </p:txBody>
      </p:sp>
      <p:sp>
        <p:nvSpPr>
          <p:cNvPr id="1328369755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30732</a:t>
            </a:r>
          </a:p>
        </p:txBody>
      </p:sp>
      <p:sp>
        <p:nvSpPr>
          <p:cNvPr id="67047807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78277102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PORTA               </a:t>
            </a:r>
          </a:p>
        </p:txBody>
      </p:sp>
      <p:sp>
        <p:nvSpPr>
          <p:cNvPr id="1548147483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Antonella     </a:t>
            </a:r>
          </a:p>
        </p:txBody>
      </p:sp>
      <p:sp>
        <p:nvSpPr>
          <p:cNvPr id="802879729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30732</a:t>
            </a:r>
          </a:p>
        </p:txBody>
      </p:sp>
      <p:sp>
        <p:nvSpPr>
          <p:cNvPr id="1359851202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498180640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PORTA               </a:t>
            </a:r>
          </a:p>
        </p:txBody>
      </p:sp>
      <p:sp>
        <p:nvSpPr>
          <p:cNvPr id="676255405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Antonella     </a:t>
            </a:r>
          </a:p>
        </p:txBody>
      </p:sp>
      <p:sp>
        <p:nvSpPr>
          <p:cNvPr id="1341131911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30741</a:t>
            </a:r>
          </a:p>
        </p:txBody>
      </p:sp>
      <p:sp>
        <p:nvSpPr>
          <p:cNvPr id="415669265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89033164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VARGAS              </a:t>
            </a:r>
          </a:p>
        </p:txBody>
      </p:sp>
      <p:sp>
        <p:nvSpPr>
          <p:cNvPr id="154016588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Eliana Vanina       </a:t>
            </a:r>
          </a:p>
        </p:txBody>
      </p:sp>
      <p:sp>
        <p:nvSpPr>
          <p:cNvPr id="1947547869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30741</a:t>
            </a:r>
          </a:p>
        </p:txBody>
      </p:sp>
      <p:sp>
        <p:nvSpPr>
          <p:cNvPr id="491286709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128579095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VARGAS              </a:t>
            </a:r>
          </a:p>
        </p:txBody>
      </p:sp>
      <p:sp>
        <p:nvSpPr>
          <p:cNvPr id="98774292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Eliana Vanina       </a:t>
            </a:r>
          </a:p>
        </p:txBody>
      </p:sp>
      <p:sp>
        <p:nvSpPr>
          <p:cNvPr id="94666513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30741</a:t>
            </a:r>
          </a:p>
        </p:txBody>
      </p:sp>
      <p:sp>
        <p:nvSpPr>
          <p:cNvPr id="1922185211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570339456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VARGAS              </a:t>
            </a:r>
          </a:p>
        </p:txBody>
      </p:sp>
      <p:sp>
        <p:nvSpPr>
          <p:cNvPr id="121215362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Eliana Vanina       </a:t>
            </a:r>
          </a:p>
        </p:txBody>
      </p:sp>
      <p:sp>
        <p:nvSpPr>
          <p:cNvPr id="1452091778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30742</a:t>
            </a:r>
          </a:p>
        </p:txBody>
      </p:sp>
      <p:sp>
        <p:nvSpPr>
          <p:cNvPr id="1302348338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15186542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AGUILERA            </a:t>
            </a:r>
          </a:p>
        </p:txBody>
      </p:sp>
      <p:sp>
        <p:nvSpPr>
          <p:cNvPr id="1658820869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Regina Beatriz      </a:t>
            </a:r>
          </a:p>
        </p:txBody>
      </p:sp>
      <p:sp>
        <p:nvSpPr>
          <p:cNvPr id="1169639929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30808</a:t>
            </a:r>
          </a:p>
        </p:txBody>
      </p:sp>
      <p:sp>
        <p:nvSpPr>
          <p:cNvPr id="72982065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9640401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RIQUELME            </a:t>
            </a:r>
          </a:p>
        </p:txBody>
      </p:sp>
      <p:sp>
        <p:nvSpPr>
          <p:cNvPr id="868057532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Jesica de Lourdes   </a:t>
            </a:r>
          </a:p>
        </p:txBody>
      </p:sp>
      <p:sp>
        <p:nvSpPr>
          <p:cNvPr id="1586526253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30825</a:t>
            </a:r>
          </a:p>
        </p:txBody>
      </p:sp>
      <p:sp>
        <p:nvSpPr>
          <p:cNvPr id="1589773019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23594359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FLORES              </a:t>
            </a:r>
          </a:p>
        </p:txBody>
      </p:sp>
      <p:sp>
        <p:nvSpPr>
          <p:cNvPr id="1221797509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Carlos Alejandro    </a:t>
            </a:r>
          </a:p>
        </p:txBody>
      </p:sp>
      <p:sp>
        <p:nvSpPr>
          <p:cNvPr id="51210114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30874</a:t>
            </a:r>
          </a:p>
        </p:txBody>
      </p:sp>
      <p:sp>
        <p:nvSpPr>
          <p:cNvPr id="1917037714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55703257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</a:t>
            </a:r>
          </a:p>
        </p:txBody>
      </p:sp>
      <p:sp>
        <p:nvSpPr>
          <p:cNvPr id="1474444486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Guillermo  </a:t>
            </a:r>
          </a:p>
        </p:txBody>
      </p:sp>
      <p:sp>
        <p:nvSpPr>
          <p:cNvPr id="1174673469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30874</a:t>
            </a:r>
          </a:p>
        </p:txBody>
      </p:sp>
      <p:sp>
        <p:nvSpPr>
          <p:cNvPr id="919826612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38576778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</a:t>
            </a:r>
          </a:p>
        </p:txBody>
      </p:sp>
      <p:sp>
        <p:nvSpPr>
          <p:cNvPr id="38015562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Cristian Guillermo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907375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2019707084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2090436306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130530022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2030254745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30875</a:t>
            </a:r>
          </a:p>
        </p:txBody>
      </p:sp>
      <p:sp>
        <p:nvSpPr>
          <p:cNvPr id="1123832032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26286459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MONTOYA             </a:t>
            </a:r>
          </a:p>
        </p:txBody>
      </p:sp>
      <p:sp>
        <p:nvSpPr>
          <p:cNvPr id="1575651755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Marcos Adrian       </a:t>
            </a:r>
          </a:p>
        </p:txBody>
      </p:sp>
      <p:sp>
        <p:nvSpPr>
          <p:cNvPr id="135819512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30875</a:t>
            </a:r>
          </a:p>
        </p:txBody>
      </p:sp>
      <p:sp>
        <p:nvSpPr>
          <p:cNvPr id="158183233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470871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MONTOYA             </a:t>
            </a:r>
          </a:p>
        </p:txBody>
      </p:sp>
      <p:sp>
        <p:nvSpPr>
          <p:cNvPr id="636008195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Marcos Adrian       </a:t>
            </a:r>
          </a:p>
        </p:txBody>
      </p:sp>
      <p:sp>
        <p:nvSpPr>
          <p:cNvPr id="1363622246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30894</a:t>
            </a:r>
          </a:p>
        </p:txBody>
      </p:sp>
      <p:sp>
        <p:nvSpPr>
          <p:cNvPr id="453607738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8305716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IBARGUREN           </a:t>
            </a:r>
          </a:p>
        </p:txBody>
      </p:sp>
      <p:sp>
        <p:nvSpPr>
          <p:cNvPr id="1162099736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Leandra             </a:t>
            </a:r>
          </a:p>
        </p:txBody>
      </p:sp>
      <p:sp>
        <p:nvSpPr>
          <p:cNvPr id="4649348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30894</a:t>
            </a:r>
          </a:p>
        </p:txBody>
      </p:sp>
      <p:sp>
        <p:nvSpPr>
          <p:cNvPr id="1879472148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951427713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IBARGUREN           </a:t>
            </a:r>
          </a:p>
        </p:txBody>
      </p:sp>
      <p:sp>
        <p:nvSpPr>
          <p:cNvPr id="482336829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Leandra             </a:t>
            </a:r>
          </a:p>
        </p:txBody>
      </p:sp>
      <p:sp>
        <p:nvSpPr>
          <p:cNvPr id="2031801225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30926</a:t>
            </a:r>
          </a:p>
        </p:txBody>
      </p:sp>
      <p:sp>
        <p:nvSpPr>
          <p:cNvPr id="1345717628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8403592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BERTONA             </a:t>
            </a:r>
          </a:p>
        </p:txBody>
      </p:sp>
      <p:sp>
        <p:nvSpPr>
          <p:cNvPr id="541999532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Alejandra           </a:t>
            </a:r>
          </a:p>
        </p:txBody>
      </p:sp>
      <p:sp>
        <p:nvSpPr>
          <p:cNvPr id="1907987397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30979</a:t>
            </a:r>
          </a:p>
        </p:txBody>
      </p:sp>
      <p:sp>
        <p:nvSpPr>
          <p:cNvPr id="1318364375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780879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HERNÁNDEZ           </a:t>
            </a:r>
          </a:p>
        </p:txBody>
      </p:sp>
      <p:sp>
        <p:nvSpPr>
          <p:cNvPr id="1834483124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Rocío               </a:t>
            </a:r>
          </a:p>
        </p:txBody>
      </p:sp>
      <p:sp>
        <p:nvSpPr>
          <p:cNvPr id="735145089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30979</a:t>
            </a:r>
          </a:p>
        </p:txBody>
      </p:sp>
      <p:sp>
        <p:nvSpPr>
          <p:cNvPr id="1110089632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086003535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HERNÁNDEZ           </a:t>
            </a:r>
          </a:p>
        </p:txBody>
      </p:sp>
      <p:sp>
        <p:nvSpPr>
          <p:cNvPr id="1790875470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Rocío               </a:t>
            </a:r>
          </a:p>
        </p:txBody>
      </p:sp>
      <p:sp>
        <p:nvSpPr>
          <p:cNvPr id="113227938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30993</a:t>
            </a:r>
          </a:p>
        </p:txBody>
      </p:sp>
      <p:sp>
        <p:nvSpPr>
          <p:cNvPr id="351442724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17833018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SANTONI             </a:t>
            </a:r>
          </a:p>
        </p:txBody>
      </p:sp>
      <p:sp>
        <p:nvSpPr>
          <p:cNvPr id="1232589570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Leonardo Javier     </a:t>
            </a:r>
          </a:p>
        </p:txBody>
      </p:sp>
      <p:sp>
        <p:nvSpPr>
          <p:cNvPr id="1505644028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31010</a:t>
            </a:r>
          </a:p>
        </p:txBody>
      </p:sp>
      <p:sp>
        <p:nvSpPr>
          <p:cNvPr id="1559365995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73849977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TORRES              </a:t>
            </a:r>
          </a:p>
        </p:txBody>
      </p:sp>
      <p:sp>
        <p:nvSpPr>
          <p:cNvPr id="1906895964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Alberto Maximiliano </a:t>
            </a:r>
          </a:p>
        </p:txBody>
      </p:sp>
      <p:sp>
        <p:nvSpPr>
          <p:cNvPr id="154519120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31017</a:t>
            </a:r>
          </a:p>
        </p:txBody>
      </p:sp>
      <p:sp>
        <p:nvSpPr>
          <p:cNvPr id="695120617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81170239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GUZMAN              </a:t>
            </a:r>
          </a:p>
        </p:txBody>
      </p:sp>
      <p:sp>
        <p:nvSpPr>
          <p:cNvPr id="972580317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Claudio Fabian      </a:t>
            </a:r>
          </a:p>
        </p:txBody>
      </p:sp>
      <p:sp>
        <p:nvSpPr>
          <p:cNvPr id="1659350502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31058</a:t>
            </a:r>
          </a:p>
        </p:txBody>
      </p:sp>
      <p:sp>
        <p:nvSpPr>
          <p:cNvPr id="1481247172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90783780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VIERA ARAMBURU      </a:t>
            </a:r>
          </a:p>
        </p:txBody>
      </p:sp>
      <p:sp>
        <p:nvSpPr>
          <p:cNvPr id="1499373356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             </a:t>
            </a:r>
          </a:p>
        </p:txBody>
      </p:sp>
      <p:sp>
        <p:nvSpPr>
          <p:cNvPr id="1394880394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31080</a:t>
            </a:r>
          </a:p>
        </p:txBody>
      </p:sp>
      <p:sp>
        <p:nvSpPr>
          <p:cNvPr id="1823291306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12820899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JUAREZ              </a:t>
            </a:r>
          </a:p>
        </p:txBody>
      </p:sp>
      <p:sp>
        <p:nvSpPr>
          <p:cNvPr id="1142257059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Martín Ariel        </a:t>
            </a:r>
          </a:p>
        </p:txBody>
      </p:sp>
      <p:sp>
        <p:nvSpPr>
          <p:cNvPr id="1558070080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31096</a:t>
            </a:r>
          </a:p>
        </p:txBody>
      </p:sp>
      <p:sp>
        <p:nvSpPr>
          <p:cNvPr id="68243042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4539396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MILITELLO           </a:t>
            </a:r>
          </a:p>
        </p:txBody>
      </p:sp>
      <p:sp>
        <p:nvSpPr>
          <p:cNvPr id="1719793372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Eduardo Andrés      </a:t>
            </a:r>
          </a:p>
        </p:txBody>
      </p:sp>
      <p:sp>
        <p:nvSpPr>
          <p:cNvPr id="1584798231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31131</a:t>
            </a:r>
          </a:p>
        </p:txBody>
      </p:sp>
      <p:sp>
        <p:nvSpPr>
          <p:cNvPr id="464194676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59313628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ECHEVARRIA          </a:t>
            </a:r>
          </a:p>
        </p:txBody>
      </p:sp>
      <p:sp>
        <p:nvSpPr>
          <p:cNvPr id="2037690744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Santiago Emilio     </a:t>
            </a:r>
          </a:p>
        </p:txBody>
      </p:sp>
      <p:sp>
        <p:nvSpPr>
          <p:cNvPr id="1546615699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31134</a:t>
            </a:r>
          </a:p>
        </p:txBody>
      </p:sp>
      <p:sp>
        <p:nvSpPr>
          <p:cNvPr id="82798980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30620075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1191405736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Leandro Damián      </a:t>
            </a:r>
          </a:p>
        </p:txBody>
      </p:sp>
      <p:sp>
        <p:nvSpPr>
          <p:cNvPr id="818680324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31134</a:t>
            </a:r>
          </a:p>
        </p:txBody>
      </p:sp>
      <p:sp>
        <p:nvSpPr>
          <p:cNvPr id="632479139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32836523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2127628429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Leandro Damián      </a:t>
            </a:r>
          </a:p>
        </p:txBody>
      </p:sp>
      <p:sp>
        <p:nvSpPr>
          <p:cNvPr id="1300800006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31193</a:t>
            </a:r>
          </a:p>
        </p:txBody>
      </p:sp>
      <p:sp>
        <p:nvSpPr>
          <p:cNvPr id="1162174382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01068809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BERNASCONI          </a:t>
            </a:r>
          </a:p>
        </p:txBody>
      </p:sp>
      <p:sp>
        <p:nvSpPr>
          <p:cNvPr id="1384979109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Veronica      </a:t>
            </a:r>
          </a:p>
        </p:txBody>
      </p:sp>
      <p:sp>
        <p:nvSpPr>
          <p:cNvPr id="768635130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31193</a:t>
            </a:r>
          </a:p>
        </p:txBody>
      </p:sp>
      <p:sp>
        <p:nvSpPr>
          <p:cNvPr id="1336493205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0983246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BERNASCONI          </a:t>
            </a:r>
          </a:p>
        </p:txBody>
      </p:sp>
      <p:sp>
        <p:nvSpPr>
          <p:cNvPr id="116117125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Veronica      </a:t>
            </a:r>
          </a:p>
        </p:txBody>
      </p:sp>
      <p:sp>
        <p:nvSpPr>
          <p:cNvPr id="166536839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31194</a:t>
            </a:r>
          </a:p>
        </p:txBody>
      </p:sp>
      <p:sp>
        <p:nvSpPr>
          <p:cNvPr id="1692310642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91539226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COSTA               </a:t>
            </a:r>
          </a:p>
        </p:txBody>
      </p:sp>
      <p:sp>
        <p:nvSpPr>
          <p:cNvPr id="1502855552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Cintia Eliana       </a:t>
            </a:r>
          </a:p>
        </p:txBody>
      </p:sp>
      <p:sp>
        <p:nvSpPr>
          <p:cNvPr id="1938090097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31195</a:t>
            </a:r>
          </a:p>
        </p:txBody>
      </p:sp>
      <p:sp>
        <p:nvSpPr>
          <p:cNvPr id="448302583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48878805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LEPEZ SAVINA        </a:t>
            </a:r>
          </a:p>
        </p:txBody>
      </p:sp>
      <p:sp>
        <p:nvSpPr>
          <p:cNvPr id="400909857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Agustina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765960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792232028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438061774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723272280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2072746518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31197</a:t>
            </a:r>
          </a:p>
        </p:txBody>
      </p:sp>
      <p:sp>
        <p:nvSpPr>
          <p:cNvPr id="171006392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71310658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              </a:t>
            </a:r>
          </a:p>
        </p:txBody>
      </p:sp>
      <p:sp>
        <p:nvSpPr>
          <p:cNvPr id="1206935714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Silvia Rosario      </a:t>
            </a:r>
          </a:p>
        </p:txBody>
      </p:sp>
      <p:sp>
        <p:nvSpPr>
          <p:cNvPr id="198549928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31198</a:t>
            </a:r>
          </a:p>
        </p:txBody>
      </p:sp>
      <p:sp>
        <p:nvSpPr>
          <p:cNvPr id="538058648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8059419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SIMONI              </a:t>
            </a:r>
          </a:p>
        </p:txBody>
      </p:sp>
      <p:sp>
        <p:nvSpPr>
          <p:cNvPr id="964697884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Edgardo Martin      </a:t>
            </a:r>
          </a:p>
        </p:txBody>
      </p:sp>
      <p:sp>
        <p:nvSpPr>
          <p:cNvPr id="175801538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31296</a:t>
            </a:r>
          </a:p>
        </p:txBody>
      </p:sp>
      <p:sp>
        <p:nvSpPr>
          <p:cNvPr id="1906434541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89317347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ORTIZ               </a:t>
            </a:r>
          </a:p>
        </p:txBody>
      </p:sp>
      <p:sp>
        <p:nvSpPr>
          <p:cNvPr id="1638255955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Mariano Nicolas     </a:t>
            </a:r>
          </a:p>
        </p:txBody>
      </p:sp>
      <p:sp>
        <p:nvSpPr>
          <p:cNvPr id="1279997498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31373</a:t>
            </a:r>
          </a:p>
        </p:txBody>
      </p:sp>
      <p:sp>
        <p:nvSpPr>
          <p:cNvPr id="1574256887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36968769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OLIVERA             </a:t>
            </a:r>
          </a:p>
        </p:txBody>
      </p:sp>
      <p:sp>
        <p:nvSpPr>
          <p:cNvPr id="1900794467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Eugenia       </a:t>
            </a:r>
          </a:p>
        </p:txBody>
      </p:sp>
      <p:sp>
        <p:nvSpPr>
          <p:cNvPr id="685874097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31388</a:t>
            </a:r>
          </a:p>
        </p:txBody>
      </p:sp>
      <p:sp>
        <p:nvSpPr>
          <p:cNvPr id="1941214830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26082586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IRUSTA              </a:t>
            </a:r>
          </a:p>
        </p:txBody>
      </p:sp>
      <p:sp>
        <p:nvSpPr>
          <p:cNvPr id="105038735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Lucas          </a:t>
            </a:r>
          </a:p>
        </p:txBody>
      </p:sp>
      <p:sp>
        <p:nvSpPr>
          <p:cNvPr id="154461311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31388</a:t>
            </a:r>
          </a:p>
        </p:txBody>
      </p:sp>
      <p:sp>
        <p:nvSpPr>
          <p:cNvPr id="1871008401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435152586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IRUSTA              </a:t>
            </a:r>
          </a:p>
        </p:txBody>
      </p:sp>
      <p:sp>
        <p:nvSpPr>
          <p:cNvPr id="1427694867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Lucas          </a:t>
            </a:r>
          </a:p>
        </p:txBody>
      </p:sp>
      <p:sp>
        <p:nvSpPr>
          <p:cNvPr id="1432841738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31399</a:t>
            </a:r>
          </a:p>
        </p:txBody>
      </p:sp>
      <p:sp>
        <p:nvSpPr>
          <p:cNvPr id="2036956755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95364458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              </a:t>
            </a:r>
          </a:p>
        </p:txBody>
      </p:sp>
      <p:sp>
        <p:nvSpPr>
          <p:cNvPr id="206118453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Lucas Gabriel       </a:t>
            </a:r>
          </a:p>
        </p:txBody>
      </p:sp>
      <p:sp>
        <p:nvSpPr>
          <p:cNvPr id="341716960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31399</a:t>
            </a:r>
          </a:p>
        </p:txBody>
      </p:sp>
      <p:sp>
        <p:nvSpPr>
          <p:cNvPr id="865674642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199966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              </a:t>
            </a:r>
          </a:p>
        </p:txBody>
      </p:sp>
      <p:sp>
        <p:nvSpPr>
          <p:cNvPr id="1417999089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Lucas Gabriel       </a:t>
            </a:r>
          </a:p>
        </p:txBody>
      </p:sp>
      <p:sp>
        <p:nvSpPr>
          <p:cNvPr id="1684658064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31531</a:t>
            </a:r>
          </a:p>
        </p:txBody>
      </p:sp>
      <p:sp>
        <p:nvSpPr>
          <p:cNvPr id="1623679600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08334771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SOMOZA              </a:t>
            </a:r>
          </a:p>
        </p:txBody>
      </p:sp>
      <p:sp>
        <p:nvSpPr>
          <p:cNvPr id="509342119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Mariana Beatriz     </a:t>
            </a:r>
          </a:p>
        </p:txBody>
      </p:sp>
      <p:sp>
        <p:nvSpPr>
          <p:cNvPr id="64317709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31576</a:t>
            </a:r>
          </a:p>
        </p:txBody>
      </p:sp>
      <p:sp>
        <p:nvSpPr>
          <p:cNvPr id="1592173086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06814782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MANDUCA RAYON       </a:t>
            </a:r>
          </a:p>
        </p:txBody>
      </p:sp>
      <p:sp>
        <p:nvSpPr>
          <p:cNvPr id="157881292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Cecilia         </a:t>
            </a:r>
          </a:p>
        </p:txBody>
      </p:sp>
      <p:sp>
        <p:nvSpPr>
          <p:cNvPr id="1368570599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31743</a:t>
            </a:r>
          </a:p>
        </p:txBody>
      </p:sp>
      <p:sp>
        <p:nvSpPr>
          <p:cNvPr id="2016198023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95706548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LOCATELLI           </a:t>
            </a:r>
          </a:p>
        </p:txBody>
      </p:sp>
      <p:sp>
        <p:nvSpPr>
          <p:cNvPr id="867679211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Daniela Ana         </a:t>
            </a:r>
          </a:p>
        </p:txBody>
      </p:sp>
      <p:sp>
        <p:nvSpPr>
          <p:cNvPr id="167053614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31743</a:t>
            </a:r>
          </a:p>
        </p:txBody>
      </p:sp>
      <p:sp>
        <p:nvSpPr>
          <p:cNvPr id="499821751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695625640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LOCATELLI           </a:t>
            </a:r>
          </a:p>
        </p:txBody>
      </p:sp>
      <p:sp>
        <p:nvSpPr>
          <p:cNvPr id="1272135790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Daniela Ana         </a:t>
            </a:r>
          </a:p>
        </p:txBody>
      </p:sp>
      <p:sp>
        <p:nvSpPr>
          <p:cNvPr id="439032998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31778</a:t>
            </a:r>
          </a:p>
        </p:txBody>
      </p:sp>
      <p:sp>
        <p:nvSpPr>
          <p:cNvPr id="73786294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8178939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NIETO               </a:t>
            </a:r>
          </a:p>
        </p:txBody>
      </p:sp>
      <p:sp>
        <p:nvSpPr>
          <p:cNvPr id="1950004011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Andres Antonio      </a:t>
            </a:r>
          </a:p>
        </p:txBody>
      </p:sp>
      <p:sp>
        <p:nvSpPr>
          <p:cNvPr id="969476010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31778</a:t>
            </a:r>
          </a:p>
        </p:txBody>
      </p:sp>
      <p:sp>
        <p:nvSpPr>
          <p:cNvPr id="1024870281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8480180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NIETO               </a:t>
            </a:r>
          </a:p>
        </p:txBody>
      </p:sp>
      <p:sp>
        <p:nvSpPr>
          <p:cNvPr id="1925015626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Andres Antonio      </a:t>
            </a:r>
          </a:p>
        </p:txBody>
      </p:sp>
      <p:sp>
        <p:nvSpPr>
          <p:cNvPr id="1896484127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31778</a:t>
            </a:r>
          </a:p>
        </p:txBody>
      </p:sp>
      <p:sp>
        <p:nvSpPr>
          <p:cNvPr id="125643371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674747054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NIETO               </a:t>
            </a:r>
          </a:p>
        </p:txBody>
      </p:sp>
      <p:sp>
        <p:nvSpPr>
          <p:cNvPr id="1760080418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Andres Antonio      </a:t>
            </a:r>
          </a:p>
        </p:txBody>
      </p:sp>
      <p:sp>
        <p:nvSpPr>
          <p:cNvPr id="84347901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31831</a:t>
            </a:r>
          </a:p>
        </p:txBody>
      </p:sp>
      <p:sp>
        <p:nvSpPr>
          <p:cNvPr id="295965087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13090757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MARENGO             </a:t>
            </a:r>
          </a:p>
        </p:txBody>
      </p:sp>
      <p:sp>
        <p:nvSpPr>
          <p:cNvPr id="1957602639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Alberto Manuel      </a:t>
            </a:r>
          </a:p>
        </p:txBody>
      </p:sp>
      <p:sp>
        <p:nvSpPr>
          <p:cNvPr id="1978081633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31897</a:t>
            </a:r>
          </a:p>
        </p:txBody>
      </p:sp>
      <p:sp>
        <p:nvSpPr>
          <p:cNvPr id="423666624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56659763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CUADRELLI           </a:t>
            </a:r>
          </a:p>
        </p:txBody>
      </p:sp>
      <p:sp>
        <p:nvSpPr>
          <p:cNvPr id="1355153386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Rodrigo Oscar       </a:t>
            </a:r>
          </a:p>
        </p:txBody>
      </p:sp>
      <p:sp>
        <p:nvSpPr>
          <p:cNvPr id="1998882067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31945</a:t>
            </a:r>
          </a:p>
        </p:txBody>
      </p:sp>
      <p:sp>
        <p:nvSpPr>
          <p:cNvPr id="2124210048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30129008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DURAN ZABALETA      </a:t>
            </a:r>
          </a:p>
        </p:txBody>
      </p:sp>
      <p:sp>
        <p:nvSpPr>
          <p:cNvPr id="569961475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Florencia Fernanda  </a:t>
            </a:r>
          </a:p>
        </p:txBody>
      </p:sp>
      <p:sp>
        <p:nvSpPr>
          <p:cNvPr id="1565444705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31961</a:t>
            </a:r>
          </a:p>
        </p:txBody>
      </p:sp>
      <p:sp>
        <p:nvSpPr>
          <p:cNvPr id="1606997538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5327649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VIGNONI             </a:t>
            </a:r>
          </a:p>
        </p:txBody>
      </p:sp>
      <p:sp>
        <p:nvSpPr>
          <p:cNvPr id="1503311015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Paz             </a:t>
            </a:r>
          </a:p>
        </p:txBody>
      </p:sp>
      <p:sp>
        <p:nvSpPr>
          <p:cNvPr id="1003122150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31961</a:t>
            </a:r>
          </a:p>
        </p:txBody>
      </p:sp>
      <p:sp>
        <p:nvSpPr>
          <p:cNvPr id="1727346100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821962554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VIGNONI             </a:t>
            </a:r>
          </a:p>
        </p:txBody>
      </p:sp>
      <p:sp>
        <p:nvSpPr>
          <p:cNvPr id="755322505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Paz        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504118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379662948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614230377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209033688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738926302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31961</a:t>
            </a:r>
          </a:p>
        </p:txBody>
      </p:sp>
      <p:sp>
        <p:nvSpPr>
          <p:cNvPr id="236427113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785741241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VIGNONI             </a:t>
            </a:r>
          </a:p>
        </p:txBody>
      </p:sp>
      <p:sp>
        <p:nvSpPr>
          <p:cNvPr id="1076092084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Paz             </a:t>
            </a:r>
          </a:p>
        </p:txBody>
      </p:sp>
      <p:sp>
        <p:nvSpPr>
          <p:cNvPr id="1919864401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32005</a:t>
            </a:r>
          </a:p>
        </p:txBody>
      </p:sp>
      <p:sp>
        <p:nvSpPr>
          <p:cNvPr id="1219191432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08921597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REDONDO             </a:t>
            </a:r>
          </a:p>
        </p:txBody>
      </p:sp>
      <p:sp>
        <p:nvSpPr>
          <p:cNvPr id="619290200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Exequiel Javier     </a:t>
            </a:r>
          </a:p>
        </p:txBody>
      </p:sp>
      <p:sp>
        <p:nvSpPr>
          <p:cNvPr id="1704638038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32247</a:t>
            </a:r>
          </a:p>
        </p:txBody>
      </p:sp>
      <p:sp>
        <p:nvSpPr>
          <p:cNvPr id="272170039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21677363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PIZARRO             </a:t>
            </a:r>
          </a:p>
        </p:txBody>
      </p:sp>
      <p:sp>
        <p:nvSpPr>
          <p:cNvPr id="1994796043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Carlos Sebastiá</a:t>
            </a:r>
          </a:p>
        </p:txBody>
      </p:sp>
      <p:sp>
        <p:nvSpPr>
          <p:cNvPr id="2239773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32268</a:t>
            </a:r>
          </a:p>
        </p:txBody>
      </p:sp>
      <p:sp>
        <p:nvSpPr>
          <p:cNvPr id="629127534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8446975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BITTAR              </a:t>
            </a:r>
          </a:p>
        </p:txBody>
      </p:sp>
      <p:sp>
        <p:nvSpPr>
          <p:cNvPr id="606287498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Joselina            </a:t>
            </a:r>
          </a:p>
        </p:txBody>
      </p:sp>
      <p:sp>
        <p:nvSpPr>
          <p:cNvPr id="64073871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32303</a:t>
            </a:r>
          </a:p>
        </p:txBody>
      </p:sp>
      <p:sp>
        <p:nvSpPr>
          <p:cNvPr id="1000242750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77910534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GOMEZ VIDAL         </a:t>
            </a:r>
          </a:p>
        </p:txBody>
      </p:sp>
      <p:sp>
        <p:nvSpPr>
          <p:cNvPr id="2021293204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Santiago            </a:t>
            </a:r>
          </a:p>
        </p:txBody>
      </p:sp>
      <p:sp>
        <p:nvSpPr>
          <p:cNvPr id="831067735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32359</a:t>
            </a:r>
          </a:p>
        </p:txBody>
      </p:sp>
      <p:sp>
        <p:nvSpPr>
          <p:cNvPr id="521782057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15301298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CARA                </a:t>
            </a:r>
          </a:p>
        </p:txBody>
      </p:sp>
      <p:sp>
        <p:nvSpPr>
          <p:cNvPr id="1440041314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Nicolás             </a:t>
            </a:r>
          </a:p>
        </p:txBody>
      </p:sp>
      <p:sp>
        <p:nvSpPr>
          <p:cNvPr id="633662708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32375</a:t>
            </a:r>
          </a:p>
        </p:txBody>
      </p:sp>
      <p:sp>
        <p:nvSpPr>
          <p:cNvPr id="597727883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4028915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CAMPAGNA ASTIÉ      </a:t>
            </a:r>
          </a:p>
        </p:txBody>
      </p:sp>
      <p:sp>
        <p:nvSpPr>
          <p:cNvPr id="1377218326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Bruno               </a:t>
            </a:r>
          </a:p>
        </p:txBody>
      </p:sp>
      <p:sp>
        <p:nvSpPr>
          <p:cNvPr id="1329657716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32588</a:t>
            </a:r>
          </a:p>
        </p:txBody>
      </p:sp>
      <p:sp>
        <p:nvSpPr>
          <p:cNvPr id="842402130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40397886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CRISMAN             </a:t>
            </a:r>
          </a:p>
        </p:txBody>
      </p:sp>
      <p:sp>
        <p:nvSpPr>
          <p:cNvPr id="1948394706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Dante Raul          </a:t>
            </a:r>
          </a:p>
        </p:txBody>
      </p:sp>
      <p:sp>
        <p:nvSpPr>
          <p:cNvPr id="1839174286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32632</a:t>
            </a:r>
          </a:p>
        </p:txBody>
      </p:sp>
      <p:sp>
        <p:nvSpPr>
          <p:cNvPr id="122609884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267502915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RODRIGUEZ           </a:t>
            </a:r>
          </a:p>
        </p:txBody>
      </p:sp>
      <p:sp>
        <p:nvSpPr>
          <p:cNvPr id="2031197812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Daniela       </a:t>
            </a:r>
          </a:p>
        </p:txBody>
      </p:sp>
      <p:sp>
        <p:nvSpPr>
          <p:cNvPr id="1941573572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32633</a:t>
            </a:r>
          </a:p>
        </p:txBody>
      </p:sp>
      <p:sp>
        <p:nvSpPr>
          <p:cNvPr id="1013008439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82480857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 CESARE           </a:t>
            </a:r>
          </a:p>
        </p:txBody>
      </p:sp>
      <p:sp>
        <p:nvSpPr>
          <p:cNvPr id="937208128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Maximiliano         </a:t>
            </a:r>
          </a:p>
        </p:txBody>
      </p:sp>
      <p:sp>
        <p:nvSpPr>
          <p:cNvPr id="2011940198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32658</a:t>
            </a:r>
          </a:p>
        </p:txBody>
      </p:sp>
      <p:sp>
        <p:nvSpPr>
          <p:cNvPr id="401402124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19362841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BERNABÉ </a:t>
            </a:r>
          </a:p>
        </p:txBody>
      </p:sp>
      <p:sp>
        <p:nvSpPr>
          <p:cNvPr id="1174520967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Esperanza     </a:t>
            </a:r>
          </a:p>
        </p:txBody>
      </p:sp>
      <p:sp>
        <p:nvSpPr>
          <p:cNvPr id="504209145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32659</a:t>
            </a:r>
          </a:p>
        </p:txBody>
      </p:sp>
      <p:sp>
        <p:nvSpPr>
          <p:cNvPr id="272628953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92194020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GOMEZ               </a:t>
            </a:r>
          </a:p>
        </p:txBody>
      </p:sp>
      <p:sp>
        <p:nvSpPr>
          <p:cNvPr id="990864474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Estela Carina       </a:t>
            </a:r>
          </a:p>
        </p:txBody>
      </p:sp>
      <p:sp>
        <p:nvSpPr>
          <p:cNvPr id="1871015680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32745</a:t>
            </a:r>
          </a:p>
        </p:txBody>
      </p:sp>
      <p:sp>
        <p:nvSpPr>
          <p:cNvPr id="557490739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75698512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CALDERON </a:t>
            </a:r>
          </a:p>
        </p:txBody>
      </p:sp>
      <p:sp>
        <p:nvSpPr>
          <p:cNvPr id="1542664605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Mariana Alicia      </a:t>
            </a:r>
          </a:p>
        </p:txBody>
      </p:sp>
      <p:sp>
        <p:nvSpPr>
          <p:cNvPr id="993946004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32745</a:t>
            </a:r>
          </a:p>
        </p:txBody>
      </p:sp>
      <p:sp>
        <p:nvSpPr>
          <p:cNvPr id="2122682862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32517670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CALDERON </a:t>
            </a:r>
          </a:p>
        </p:txBody>
      </p:sp>
      <p:sp>
        <p:nvSpPr>
          <p:cNvPr id="1281802462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Mariana Alicia      </a:t>
            </a:r>
          </a:p>
        </p:txBody>
      </p:sp>
      <p:sp>
        <p:nvSpPr>
          <p:cNvPr id="1845515777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32980</a:t>
            </a:r>
          </a:p>
        </p:txBody>
      </p:sp>
      <p:sp>
        <p:nvSpPr>
          <p:cNvPr id="1477350418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22548712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 ROSAS            </a:t>
            </a:r>
          </a:p>
        </p:txBody>
      </p:sp>
      <p:sp>
        <p:nvSpPr>
          <p:cNvPr id="635874400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Ines          </a:t>
            </a:r>
          </a:p>
        </p:txBody>
      </p:sp>
      <p:sp>
        <p:nvSpPr>
          <p:cNvPr id="1262413328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32980</a:t>
            </a:r>
          </a:p>
        </p:txBody>
      </p:sp>
      <p:sp>
        <p:nvSpPr>
          <p:cNvPr id="242371336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06049440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 ROSAS            </a:t>
            </a:r>
          </a:p>
        </p:txBody>
      </p:sp>
      <p:sp>
        <p:nvSpPr>
          <p:cNvPr id="959375781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Ines          </a:t>
            </a:r>
          </a:p>
        </p:txBody>
      </p:sp>
      <p:sp>
        <p:nvSpPr>
          <p:cNvPr id="921529591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33192</a:t>
            </a:r>
          </a:p>
        </p:txBody>
      </p:sp>
      <p:sp>
        <p:nvSpPr>
          <p:cNvPr id="495773773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33252451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CABRERA             </a:t>
            </a:r>
          </a:p>
        </p:txBody>
      </p:sp>
      <p:sp>
        <p:nvSpPr>
          <p:cNvPr id="1116288182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Leandro Jose        </a:t>
            </a:r>
          </a:p>
        </p:txBody>
      </p:sp>
      <p:sp>
        <p:nvSpPr>
          <p:cNvPr id="103833468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33241</a:t>
            </a:r>
          </a:p>
        </p:txBody>
      </p:sp>
      <p:sp>
        <p:nvSpPr>
          <p:cNvPr id="838884852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07565009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SANTINON            </a:t>
            </a:r>
          </a:p>
        </p:txBody>
      </p:sp>
      <p:sp>
        <p:nvSpPr>
          <p:cNvPr id="2016245269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Georgina            </a:t>
            </a:r>
          </a:p>
        </p:txBody>
      </p:sp>
      <p:sp>
        <p:nvSpPr>
          <p:cNvPr id="1889770070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33241</a:t>
            </a:r>
          </a:p>
        </p:txBody>
      </p:sp>
      <p:sp>
        <p:nvSpPr>
          <p:cNvPr id="82427360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29687205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SANTINON            </a:t>
            </a:r>
          </a:p>
        </p:txBody>
      </p:sp>
      <p:sp>
        <p:nvSpPr>
          <p:cNvPr id="1324740776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Georgina            </a:t>
            </a:r>
          </a:p>
        </p:txBody>
      </p:sp>
      <p:sp>
        <p:nvSpPr>
          <p:cNvPr id="1955253783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33247</a:t>
            </a:r>
          </a:p>
        </p:txBody>
      </p:sp>
      <p:sp>
        <p:nvSpPr>
          <p:cNvPr id="1155564487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77713188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MUSSETTA            </a:t>
            </a:r>
          </a:p>
        </p:txBody>
      </p:sp>
      <p:sp>
        <p:nvSpPr>
          <p:cNvPr id="1453358051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Paula Cecilia 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762179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877468258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838808257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767716491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722291639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33253</a:t>
            </a:r>
          </a:p>
        </p:txBody>
      </p:sp>
      <p:sp>
        <p:nvSpPr>
          <p:cNvPr id="623498760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70945607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DALMASSO            </a:t>
            </a:r>
          </a:p>
        </p:txBody>
      </p:sp>
      <p:sp>
        <p:nvSpPr>
          <p:cNvPr id="1718860631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Caterina            </a:t>
            </a:r>
          </a:p>
        </p:txBody>
      </p:sp>
      <p:sp>
        <p:nvSpPr>
          <p:cNvPr id="94060577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33253</a:t>
            </a:r>
          </a:p>
        </p:txBody>
      </p:sp>
      <p:sp>
        <p:nvSpPr>
          <p:cNvPr id="1134101244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22240783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DALMASSO            </a:t>
            </a:r>
          </a:p>
        </p:txBody>
      </p:sp>
      <p:sp>
        <p:nvSpPr>
          <p:cNvPr id="356854413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Caterina            </a:t>
            </a:r>
          </a:p>
        </p:txBody>
      </p:sp>
      <p:sp>
        <p:nvSpPr>
          <p:cNvPr id="1877776867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33438</a:t>
            </a:r>
          </a:p>
        </p:txBody>
      </p:sp>
      <p:sp>
        <p:nvSpPr>
          <p:cNvPr id="376127357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28115978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QUINTEROS           </a:t>
            </a:r>
          </a:p>
        </p:txBody>
      </p:sp>
      <p:sp>
        <p:nvSpPr>
          <p:cNvPr id="1288307773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Gonzalo Raul        </a:t>
            </a:r>
          </a:p>
        </p:txBody>
      </p:sp>
      <p:sp>
        <p:nvSpPr>
          <p:cNvPr id="165861175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33444</a:t>
            </a:r>
          </a:p>
        </p:txBody>
      </p:sp>
      <p:sp>
        <p:nvSpPr>
          <p:cNvPr id="1950061839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41391206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D´AMICO             </a:t>
            </a:r>
          </a:p>
        </p:txBody>
      </p:sp>
      <p:sp>
        <p:nvSpPr>
          <p:cNvPr id="95466724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Paula         </a:t>
            </a:r>
          </a:p>
        </p:txBody>
      </p:sp>
      <p:sp>
        <p:nvSpPr>
          <p:cNvPr id="338945959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33515</a:t>
            </a:r>
          </a:p>
        </p:txBody>
      </p:sp>
      <p:sp>
        <p:nvSpPr>
          <p:cNvPr id="1538101069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04007744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CIANCAGLINI         </a:t>
            </a:r>
          </a:p>
        </p:txBody>
      </p:sp>
      <p:sp>
        <p:nvSpPr>
          <p:cNvPr id="1195932617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Natalia Monica      </a:t>
            </a:r>
          </a:p>
        </p:txBody>
      </p:sp>
      <p:sp>
        <p:nvSpPr>
          <p:cNvPr id="1740041646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33629</a:t>
            </a:r>
          </a:p>
        </p:txBody>
      </p:sp>
      <p:sp>
        <p:nvSpPr>
          <p:cNvPr id="447639476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4145769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SORLI               </a:t>
            </a:r>
          </a:p>
        </p:txBody>
      </p:sp>
      <p:sp>
        <p:nvSpPr>
          <p:cNvPr id="1199597142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Elizabeth     </a:t>
            </a:r>
          </a:p>
        </p:txBody>
      </p:sp>
      <p:sp>
        <p:nvSpPr>
          <p:cNvPr id="1052687558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33672</a:t>
            </a:r>
          </a:p>
        </p:txBody>
      </p:sp>
      <p:sp>
        <p:nvSpPr>
          <p:cNvPr id="1549503320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15595718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PALLERES            </a:t>
            </a:r>
          </a:p>
        </p:txBody>
      </p:sp>
      <p:sp>
        <p:nvSpPr>
          <p:cNvPr id="930489047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Soledad Cecilia     </a:t>
            </a:r>
          </a:p>
        </p:txBody>
      </p:sp>
      <p:sp>
        <p:nvSpPr>
          <p:cNvPr id="75349547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33694</a:t>
            </a:r>
          </a:p>
        </p:txBody>
      </p:sp>
      <p:sp>
        <p:nvSpPr>
          <p:cNvPr id="287381966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3798045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RIQUELME            </a:t>
            </a:r>
          </a:p>
        </p:txBody>
      </p:sp>
      <p:sp>
        <p:nvSpPr>
          <p:cNvPr id="343328098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Antonio      </a:t>
            </a:r>
          </a:p>
        </p:txBody>
      </p:sp>
      <p:sp>
        <p:nvSpPr>
          <p:cNvPr id="26783597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33712</a:t>
            </a:r>
          </a:p>
        </p:txBody>
      </p:sp>
      <p:sp>
        <p:nvSpPr>
          <p:cNvPr id="1327832556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31709068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MUÑOZ               </a:t>
            </a:r>
          </a:p>
        </p:txBody>
      </p:sp>
      <p:sp>
        <p:nvSpPr>
          <p:cNvPr id="946453865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Claudio Javier      </a:t>
            </a:r>
          </a:p>
        </p:txBody>
      </p:sp>
      <p:sp>
        <p:nvSpPr>
          <p:cNvPr id="638735726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33712</a:t>
            </a:r>
          </a:p>
        </p:txBody>
      </p:sp>
      <p:sp>
        <p:nvSpPr>
          <p:cNvPr id="2108079176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301502826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MUÑOZ               </a:t>
            </a:r>
          </a:p>
        </p:txBody>
      </p:sp>
      <p:sp>
        <p:nvSpPr>
          <p:cNvPr id="89568240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Claudio Javier      </a:t>
            </a:r>
          </a:p>
        </p:txBody>
      </p:sp>
      <p:sp>
        <p:nvSpPr>
          <p:cNvPr id="2134856780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33715</a:t>
            </a:r>
          </a:p>
        </p:txBody>
      </p:sp>
      <p:sp>
        <p:nvSpPr>
          <p:cNvPr id="381127384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11707534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MEGLIOLI            </a:t>
            </a:r>
          </a:p>
        </p:txBody>
      </p:sp>
      <p:sp>
        <p:nvSpPr>
          <p:cNvPr id="19789312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Andres        </a:t>
            </a:r>
          </a:p>
        </p:txBody>
      </p:sp>
      <p:sp>
        <p:nvSpPr>
          <p:cNvPr id="1685066319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33762</a:t>
            </a:r>
          </a:p>
        </p:txBody>
      </p:sp>
      <p:sp>
        <p:nvSpPr>
          <p:cNvPr id="2042770444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1787719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GIACCAGLIA          </a:t>
            </a:r>
          </a:p>
        </p:txBody>
      </p:sp>
      <p:sp>
        <p:nvSpPr>
          <p:cNvPr id="1906951821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Rocio Belen         </a:t>
            </a:r>
          </a:p>
        </p:txBody>
      </p:sp>
      <p:sp>
        <p:nvSpPr>
          <p:cNvPr id="1093307719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33815</a:t>
            </a:r>
          </a:p>
        </p:txBody>
      </p:sp>
      <p:sp>
        <p:nvSpPr>
          <p:cNvPr id="1352749501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51492518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SANCHEZ             </a:t>
            </a:r>
          </a:p>
        </p:txBody>
      </p:sp>
      <p:sp>
        <p:nvSpPr>
          <p:cNvPr id="58693273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Javier Mauricio     </a:t>
            </a:r>
          </a:p>
        </p:txBody>
      </p:sp>
      <p:sp>
        <p:nvSpPr>
          <p:cNvPr id="1186002439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33862</a:t>
            </a:r>
          </a:p>
        </p:txBody>
      </p:sp>
      <p:sp>
        <p:nvSpPr>
          <p:cNvPr id="199780819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99284672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SPONTON             </a:t>
            </a:r>
          </a:p>
        </p:txBody>
      </p:sp>
      <p:sp>
        <p:nvSpPr>
          <p:cNvPr id="95971562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Lucas Joaquin       </a:t>
            </a:r>
          </a:p>
        </p:txBody>
      </p:sp>
      <p:sp>
        <p:nvSpPr>
          <p:cNvPr id="233823637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33862</a:t>
            </a:r>
          </a:p>
        </p:txBody>
      </p:sp>
      <p:sp>
        <p:nvSpPr>
          <p:cNvPr id="2126276696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57059945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SPONTON             </a:t>
            </a:r>
          </a:p>
        </p:txBody>
      </p:sp>
      <p:sp>
        <p:nvSpPr>
          <p:cNvPr id="1228789053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Lucas Joaquin       </a:t>
            </a:r>
          </a:p>
        </p:txBody>
      </p:sp>
      <p:sp>
        <p:nvSpPr>
          <p:cNvPr id="2054864219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33863</a:t>
            </a:r>
          </a:p>
        </p:txBody>
      </p:sp>
      <p:sp>
        <p:nvSpPr>
          <p:cNvPr id="270917679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48099313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NAVARRO </a:t>
            </a:r>
          </a:p>
        </p:txBody>
      </p:sp>
      <p:sp>
        <p:nvSpPr>
          <p:cNvPr id="568096007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Valentina Paula     </a:t>
            </a:r>
          </a:p>
        </p:txBody>
      </p:sp>
      <p:sp>
        <p:nvSpPr>
          <p:cNvPr id="277295087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33863</a:t>
            </a:r>
          </a:p>
        </p:txBody>
      </p:sp>
      <p:sp>
        <p:nvSpPr>
          <p:cNvPr id="459013219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873911709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NAVARRO </a:t>
            </a:r>
          </a:p>
        </p:txBody>
      </p:sp>
      <p:sp>
        <p:nvSpPr>
          <p:cNvPr id="1193431330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Valentina Paula     </a:t>
            </a:r>
          </a:p>
        </p:txBody>
      </p:sp>
      <p:sp>
        <p:nvSpPr>
          <p:cNvPr id="503100330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33863</a:t>
            </a:r>
          </a:p>
        </p:txBody>
      </p:sp>
      <p:sp>
        <p:nvSpPr>
          <p:cNvPr id="964128071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336372682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NAVARRO </a:t>
            </a:r>
          </a:p>
        </p:txBody>
      </p:sp>
      <p:sp>
        <p:nvSpPr>
          <p:cNvPr id="2031686048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Valentina Paula     </a:t>
            </a:r>
          </a:p>
        </p:txBody>
      </p:sp>
      <p:sp>
        <p:nvSpPr>
          <p:cNvPr id="1557421436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33890</a:t>
            </a:r>
          </a:p>
        </p:txBody>
      </p:sp>
      <p:sp>
        <p:nvSpPr>
          <p:cNvPr id="2051385216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2885637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MONARDEZ            </a:t>
            </a:r>
          </a:p>
        </p:txBody>
      </p:sp>
      <p:sp>
        <p:nvSpPr>
          <p:cNvPr id="2023426353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Carolina Silvia     </a:t>
            </a:r>
          </a:p>
        </p:txBody>
      </p:sp>
      <p:sp>
        <p:nvSpPr>
          <p:cNvPr id="175680979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33891</a:t>
            </a:r>
          </a:p>
        </p:txBody>
      </p:sp>
      <p:sp>
        <p:nvSpPr>
          <p:cNvPr id="2027683075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51447282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MITRE               </a:t>
            </a:r>
          </a:p>
        </p:txBody>
      </p:sp>
      <p:sp>
        <p:nvSpPr>
          <p:cNvPr id="1590928613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Mariem          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309894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820411827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462057580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500879508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145994716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33891</a:t>
            </a:r>
          </a:p>
        </p:txBody>
      </p:sp>
      <p:sp>
        <p:nvSpPr>
          <p:cNvPr id="1306866938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49885450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MITRE               </a:t>
            </a:r>
          </a:p>
        </p:txBody>
      </p:sp>
      <p:sp>
        <p:nvSpPr>
          <p:cNvPr id="906135820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Mariem              </a:t>
            </a:r>
          </a:p>
        </p:txBody>
      </p:sp>
      <p:sp>
        <p:nvSpPr>
          <p:cNvPr id="1618185863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33995</a:t>
            </a:r>
          </a:p>
        </p:txBody>
      </p:sp>
      <p:sp>
        <p:nvSpPr>
          <p:cNvPr id="111689383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80092804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 CENZI            </a:t>
            </a:r>
          </a:p>
        </p:txBody>
      </p:sp>
      <p:sp>
        <p:nvSpPr>
          <p:cNvPr id="823695049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Celina        </a:t>
            </a:r>
          </a:p>
        </p:txBody>
      </p:sp>
      <p:sp>
        <p:nvSpPr>
          <p:cNvPr id="1163099981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33995</a:t>
            </a:r>
          </a:p>
        </p:txBody>
      </p:sp>
      <p:sp>
        <p:nvSpPr>
          <p:cNvPr id="182522567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11472363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 CENZI            </a:t>
            </a:r>
          </a:p>
        </p:txBody>
      </p:sp>
      <p:sp>
        <p:nvSpPr>
          <p:cNvPr id="1908129468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Celina        </a:t>
            </a:r>
          </a:p>
        </p:txBody>
      </p:sp>
      <p:sp>
        <p:nvSpPr>
          <p:cNvPr id="1558668025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34129</a:t>
            </a:r>
          </a:p>
        </p:txBody>
      </p:sp>
      <p:sp>
        <p:nvSpPr>
          <p:cNvPr id="1527970069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8349885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FUCILI              </a:t>
            </a:r>
          </a:p>
        </p:txBody>
      </p:sp>
      <p:sp>
        <p:nvSpPr>
          <p:cNvPr id="483658640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Mercedes            </a:t>
            </a:r>
          </a:p>
        </p:txBody>
      </p:sp>
      <p:sp>
        <p:nvSpPr>
          <p:cNvPr id="625158585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34130</a:t>
            </a:r>
          </a:p>
        </p:txBody>
      </p:sp>
      <p:sp>
        <p:nvSpPr>
          <p:cNvPr id="1550336971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94382546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FONTANA             </a:t>
            </a:r>
          </a:p>
        </p:txBody>
      </p:sp>
      <p:sp>
        <p:nvSpPr>
          <p:cNvPr id="90014067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Julio Cesar         </a:t>
            </a:r>
          </a:p>
        </p:txBody>
      </p:sp>
      <p:sp>
        <p:nvSpPr>
          <p:cNvPr id="1037936581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34132</a:t>
            </a:r>
          </a:p>
        </p:txBody>
      </p:sp>
      <p:sp>
        <p:nvSpPr>
          <p:cNvPr id="590452286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9638015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BARZOLA </a:t>
            </a:r>
          </a:p>
        </p:txBody>
      </p:sp>
      <p:sp>
        <p:nvSpPr>
          <p:cNvPr id="1512937025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Pehuen              </a:t>
            </a:r>
          </a:p>
        </p:txBody>
      </p:sp>
      <p:sp>
        <p:nvSpPr>
          <p:cNvPr id="1726198695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34134</a:t>
            </a:r>
          </a:p>
        </p:txBody>
      </p:sp>
      <p:sp>
        <p:nvSpPr>
          <p:cNvPr id="1864879542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06634429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232187848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Tomas Alberto       </a:t>
            </a:r>
          </a:p>
        </p:txBody>
      </p:sp>
      <p:sp>
        <p:nvSpPr>
          <p:cNvPr id="403374737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34157</a:t>
            </a:r>
          </a:p>
        </p:txBody>
      </p:sp>
      <p:sp>
        <p:nvSpPr>
          <p:cNvPr id="2060814827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98538573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NAVAS CIGNOLI       </a:t>
            </a:r>
          </a:p>
        </p:txBody>
      </p:sp>
      <p:sp>
        <p:nvSpPr>
          <p:cNvPr id="249584395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Florencia     </a:t>
            </a:r>
          </a:p>
        </p:txBody>
      </p:sp>
      <p:sp>
        <p:nvSpPr>
          <p:cNvPr id="729364174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34252</a:t>
            </a:r>
          </a:p>
        </p:txBody>
      </p:sp>
      <p:sp>
        <p:nvSpPr>
          <p:cNvPr id="587015342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26978676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LUNA                </a:t>
            </a:r>
          </a:p>
        </p:txBody>
      </p:sp>
      <p:sp>
        <p:nvSpPr>
          <p:cNvPr id="1487742905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Facundo Nicolas     </a:t>
            </a:r>
          </a:p>
        </p:txBody>
      </p:sp>
      <p:sp>
        <p:nvSpPr>
          <p:cNvPr id="1342902314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34252</a:t>
            </a:r>
          </a:p>
        </p:txBody>
      </p:sp>
      <p:sp>
        <p:nvSpPr>
          <p:cNvPr id="106061428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62993386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LUNA                </a:t>
            </a:r>
          </a:p>
        </p:txBody>
      </p:sp>
      <p:sp>
        <p:nvSpPr>
          <p:cNvPr id="1388188577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Facundo Nicolas     </a:t>
            </a:r>
          </a:p>
        </p:txBody>
      </p:sp>
      <p:sp>
        <p:nvSpPr>
          <p:cNvPr id="102307263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34252</a:t>
            </a:r>
          </a:p>
        </p:txBody>
      </p:sp>
      <p:sp>
        <p:nvSpPr>
          <p:cNvPr id="2027631335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2129336749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LUNA                </a:t>
            </a:r>
          </a:p>
        </p:txBody>
      </p:sp>
      <p:sp>
        <p:nvSpPr>
          <p:cNvPr id="209524683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Facundo Nicolas     </a:t>
            </a:r>
          </a:p>
        </p:txBody>
      </p:sp>
      <p:sp>
        <p:nvSpPr>
          <p:cNvPr id="376712339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34281</a:t>
            </a:r>
          </a:p>
        </p:txBody>
      </p:sp>
      <p:sp>
        <p:nvSpPr>
          <p:cNvPr id="622490217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00232582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MESA ARZALLUZ       </a:t>
            </a:r>
          </a:p>
        </p:txBody>
      </p:sp>
      <p:sp>
        <p:nvSpPr>
          <p:cNvPr id="611903091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Ignacio Agustin     </a:t>
            </a:r>
          </a:p>
        </p:txBody>
      </p:sp>
      <p:sp>
        <p:nvSpPr>
          <p:cNvPr id="2103548601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34337</a:t>
            </a:r>
          </a:p>
        </p:txBody>
      </p:sp>
      <p:sp>
        <p:nvSpPr>
          <p:cNvPr id="31805644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87890539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RAMIREZ             </a:t>
            </a:r>
          </a:p>
        </p:txBody>
      </p:sp>
      <p:sp>
        <p:nvSpPr>
          <p:cNvPr id="883724727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Daniela Andrea      </a:t>
            </a:r>
          </a:p>
        </p:txBody>
      </p:sp>
      <p:sp>
        <p:nvSpPr>
          <p:cNvPr id="764584037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34338</a:t>
            </a:r>
          </a:p>
        </p:txBody>
      </p:sp>
      <p:sp>
        <p:nvSpPr>
          <p:cNvPr id="1969249858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4395842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TORRES </a:t>
            </a:r>
          </a:p>
        </p:txBody>
      </p:sp>
      <p:sp>
        <p:nvSpPr>
          <p:cNvPr id="1336946452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Carolina Andrea     </a:t>
            </a:r>
          </a:p>
        </p:txBody>
      </p:sp>
      <p:sp>
        <p:nvSpPr>
          <p:cNvPr id="937620203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34390</a:t>
            </a:r>
          </a:p>
        </p:txBody>
      </p:sp>
      <p:sp>
        <p:nvSpPr>
          <p:cNvPr id="34775013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33515458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ARANCIBIA           </a:t>
            </a:r>
          </a:p>
        </p:txBody>
      </p:sp>
      <p:sp>
        <p:nvSpPr>
          <p:cNvPr id="1254962514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Celeste             </a:t>
            </a:r>
          </a:p>
        </p:txBody>
      </p:sp>
      <p:sp>
        <p:nvSpPr>
          <p:cNvPr id="1718075611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34394</a:t>
            </a:r>
          </a:p>
        </p:txBody>
      </p:sp>
      <p:sp>
        <p:nvSpPr>
          <p:cNvPr id="631676515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75520484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FERNANDEZ           </a:t>
            </a:r>
          </a:p>
        </p:txBody>
      </p:sp>
      <p:sp>
        <p:nvSpPr>
          <p:cNvPr id="1299407078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Luis Matias Silvestr</a:t>
            </a:r>
          </a:p>
        </p:txBody>
      </p:sp>
      <p:sp>
        <p:nvSpPr>
          <p:cNvPr id="1373553603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34395</a:t>
            </a:r>
          </a:p>
        </p:txBody>
      </p:sp>
      <p:sp>
        <p:nvSpPr>
          <p:cNvPr id="2013684018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92497453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TOUJAS              </a:t>
            </a:r>
          </a:p>
        </p:txBody>
      </p:sp>
      <p:sp>
        <p:nvSpPr>
          <p:cNvPr id="1604092455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Elisa Luciana       </a:t>
            </a:r>
          </a:p>
        </p:txBody>
      </p:sp>
      <p:sp>
        <p:nvSpPr>
          <p:cNvPr id="472186747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34407</a:t>
            </a:r>
          </a:p>
        </p:txBody>
      </p:sp>
      <p:sp>
        <p:nvSpPr>
          <p:cNvPr id="1090581164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24696203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RUIZ                </a:t>
            </a:r>
          </a:p>
        </p:txBody>
      </p:sp>
      <p:sp>
        <p:nvSpPr>
          <p:cNvPr id="221533638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Esther Andrea       </a:t>
            </a:r>
          </a:p>
        </p:txBody>
      </p:sp>
      <p:sp>
        <p:nvSpPr>
          <p:cNvPr id="1726693615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34441</a:t>
            </a:r>
          </a:p>
        </p:txBody>
      </p:sp>
      <p:sp>
        <p:nvSpPr>
          <p:cNvPr id="1593065394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71449809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PIRAINO             </a:t>
            </a:r>
          </a:p>
        </p:txBody>
      </p:sp>
      <p:sp>
        <p:nvSpPr>
          <p:cNvPr id="631750300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Sergio              </a:t>
            </a:r>
          </a:p>
        </p:txBody>
      </p:sp>
      <p:sp>
        <p:nvSpPr>
          <p:cNvPr id="668141332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34513</a:t>
            </a:r>
          </a:p>
        </p:txBody>
      </p:sp>
      <p:sp>
        <p:nvSpPr>
          <p:cNvPr id="259376761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00902364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D´AMARIO </a:t>
            </a:r>
          </a:p>
        </p:txBody>
      </p:sp>
      <p:sp>
        <p:nvSpPr>
          <p:cNvPr id="939907774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Julieta     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50286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396996043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873782050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161736164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378389824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34513</a:t>
            </a:r>
          </a:p>
        </p:txBody>
      </p:sp>
      <p:sp>
        <p:nvSpPr>
          <p:cNvPr id="898693201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084139856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D´AMARIO </a:t>
            </a:r>
          </a:p>
        </p:txBody>
      </p:sp>
      <p:sp>
        <p:nvSpPr>
          <p:cNvPr id="1887298644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Julieta       </a:t>
            </a:r>
          </a:p>
        </p:txBody>
      </p:sp>
      <p:sp>
        <p:nvSpPr>
          <p:cNvPr id="149484351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34513</a:t>
            </a:r>
          </a:p>
        </p:txBody>
      </p:sp>
      <p:sp>
        <p:nvSpPr>
          <p:cNvPr id="423820773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2099958359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D´AMARIO </a:t>
            </a:r>
          </a:p>
        </p:txBody>
      </p:sp>
      <p:sp>
        <p:nvSpPr>
          <p:cNvPr id="106401268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Julieta       </a:t>
            </a:r>
          </a:p>
        </p:txBody>
      </p:sp>
      <p:sp>
        <p:nvSpPr>
          <p:cNvPr id="1579716972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34543</a:t>
            </a:r>
          </a:p>
        </p:txBody>
      </p:sp>
      <p:sp>
        <p:nvSpPr>
          <p:cNvPr id="96282054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35586056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VILLALBA            </a:t>
            </a:r>
          </a:p>
        </p:txBody>
      </p:sp>
      <p:sp>
        <p:nvSpPr>
          <p:cNvPr id="1299275459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German Dario        </a:t>
            </a:r>
          </a:p>
        </p:txBody>
      </p:sp>
      <p:sp>
        <p:nvSpPr>
          <p:cNvPr id="130891671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34560</a:t>
            </a:r>
          </a:p>
        </p:txBody>
      </p:sp>
      <p:sp>
        <p:nvSpPr>
          <p:cNvPr id="140782751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56200710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CAMPANARIO          </a:t>
            </a:r>
          </a:p>
        </p:txBody>
      </p:sp>
      <p:sp>
        <p:nvSpPr>
          <p:cNvPr id="1450088602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Humberto  </a:t>
            </a:r>
          </a:p>
        </p:txBody>
      </p:sp>
      <p:sp>
        <p:nvSpPr>
          <p:cNvPr id="1994707658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34560</a:t>
            </a:r>
          </a:p>
        </p:txBody>
      </p:sp>
      <p:sp>
        <p:nvSpPr>
          <p:cNvPr id="684394689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699124691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CAMPANARIO          </a:t>
            </a:r>
          </a:p>
        </p:txBody>
      </p:sp>
      <p:sp>
        <p:nvSpPr>
          <p:cNvPr id="1305648900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Alejandro Humberto  </a:t>
            </a:r>
          </a:p>
        </p:txBody>
      </p:sp>
      <p:sp>
        <p:nvSpPr>
          <p:cNvPr id="1053157254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34590</a:t>
            </a:r>
          </a:p>
        </p:txBody>
      </p:sp>
      <p:sp>
        <p:nvSpPr>
          <p:cNvPr id="853749404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2798742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HIDALGO             </a:t>
            </a:r>
          </a:p>
        </p:txBody>
      </p:sp>
      <p:sp>
        <p:nvSpPr>
          <p:cNvPr id="495438320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Vanesa Gisel        </a:t>
            </a:r>
          </a:p>
        </p:txBody>
      </p:sp>
      <p:sp>
        <p:nvSpPr>
          <p:cNvPr id="1037744821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34646</a:t>
            </a:r>
          </a:p>
        </p:txBody>
      </p:sp>
      <p:sp>
        <p:nvSpPr>
          <p:cNvPr id="1662509260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83401703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CATANIA             </a:t>
            </a:r>
          </a:p>
        </p:txBody>
      </p:sp>
      <p:sp>
        <p:nvSpPr>
          <p:cNvPr id="1777970610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Anibal Alejandro    </a:t>
            </a:r>
          </a:p>
        </p:txBody>
      </p:sp>
      <p:sp>
        <p:nvSpPr>
          <p:cNvPr id="11709426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34646</a:t>
            </a:r>
          </a:p>
        </p:txBody>
      </p:sp>
      <p:sp>
        <p:nvSpPr>
          <p:cNvPr id="908291203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336485945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CATANIA             </a:t>
            </a:r>
          </a:p>
        </p:txBody>
      </p:sp>
      <p:sp>
        <p:nvSpPr>
          <p:cNvPr id="1787813642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Anibal Alejandro    </a:t>
            </a:r>
          </a:p>
        </p:txBody>
      </p:sp>
      <p:sp>
        <p:nvSpPr>
          <p:cNvPr id="192692270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34647</a:t>
            </a:r>
          </a:p>
        </p:txBody>
      </p:sp>
      <p:sp>
        <p:nvSpPr>
          <p:cNvPr id="173642214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21898072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CAVAGNARO           </a:t>
            </a:r>
          </a:p>
        </p:txBody>
      </p:sp>
      <p:sp>
        <p:nvSpPr>
          <p:cNvPr id="1627454022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Alejandro    </a:t>
            </a:r>
          </a:p>
        </p:txBody>
      </p:sp>
      <p:sp>
        <p:nvSpPr>
          <p:cNvPr id="120535915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34654</a:t>
            </a:r>
          </a:p>
        </p:txBody>
      </p:sp>
      <p:sp>
        <p:nvSpPr>
          <p:cNvPr id="770044284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97824366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WEAVER </a:t>
            </a:r>
          </a:p>
        </p:txBody>
      </p:sp>
      <p:sp>
        <p:nvSpPr>
          <p:cNvPr id="1910504829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Lihuen              </a:t>
            </a:r>
          </a:p>
        </p:txBody>
      </p:sp>
      <p:sp>
        <p:nvSpPr>
          <p:cNvPr id="679171059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34745</a:t>
            </a:r>
          </a:p>
        </p:txBody>
      </p:sp>
      <p:sp>
        <p:nvSpPr>
          <p:cNvPr id="952404808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71986965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MIRAS               </a:t>
            </a:r>
          </a:p>
        </p:txBody>
      </p:sp>
      <p:sp>
        <p:nvSpPr>
          <p:cNvPr id="184949220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Silvana Lorena      </a:t>
            </a:r>
          </a:p>
        </p:txBody>
      </p:sp>
      <p:sp>
        <p:nvSpPr>
          <p:cNvPr id="173718275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34761</a:t>
            </a:r>
          </a:p>
        </p:txBody>
      </p:sp>
      <p:sp>
        <p:nvSpPr>
          <p:cNvPr id="1790415934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79740974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ALIQUO              </a:t>
            </a:r>
          </a:p>
        </p:txBody>
      </p:sp>
      <p:sp>
        <p:nvSpPr>
          <p:cNvPr id="1749428469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Gustavo Alberto     </a:t>
            </a:r>
          </a:p>
        </p:txBody>
      </p:sp>
      <p:sp>
        <p:nvSpPr>
          <p:cNvPr id="1445667406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34763</a:t>
            </a:r>
          </a:p>
        </p:txBody>
      </p:sp>
      <p:sp>
        <p:nvSpPr>
          <p:cNvPr id="702110484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95747970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TONINI              </a:t>
            </a:r>
          </a:p>
        </p:txBody>
      </p:sp>
      <p:sp>
        <p:nvSpPr>
          <p:cNvPr id="209353696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Liliana Eugenia     </a:t>
            </a:r>
          </a:p>
        </p:txBody>
      </p:sp>
      <p:sp>
        <p:nvSpPr>
          <p:cNvPr id="1029354886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34763</a:t>
            </a:r>
          </a:p>
        </p:txBody>
      </p:sp>
      <p:sp>
        <p:nvSpPr>
          <p:cNvPr id="239308770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73110206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TONINI              </a:t>
            </a:r>
          </a:p>
        </p:txBody>
      </p:sp>
      <p:sp>
        <p:nvSpPr>
          <p:cNvPr id="62075526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Liliana Eugenia     </a:t>
            </a:r>
          </a:p>
        </p:txBody>
      </p:sp>
      <p:sp>
        <p:nvSpPr>
          <p:cNvPr id="558232150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34773</a:t>
            </a:r>
          </a:p>
        </p:txBody>
      </p:sp>
      <p:sp>
        <p:nvSpPr>
          <p:cNvPr id="1999174954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04310916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SZYMAÑSKI           </a:t>
            </a:r>
          </a:p>
        </p:txBody>
      </p:sp>
      <p:sp>
        <p:nvSpPr>
          <p:cNvPr id="1203398549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Carolina            </a:t>
            </a:r>
          </a:p>
        </p:txBody>
      </p:sp>
      <p:sp>
        <p:nvSpPr>
          <p:cNvPr id="518425597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34775</a:t>
            </a:r>
          </a:p>
        </p:txBody>
      </p:sp>
      <p:sp>
        <p:nvSpPr>
          <p:cNvPr id="837852900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43416921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GUERRERO            </a:t>
            </a:r>
          </a:p>
        </p:txBody>
      </p:sp>
      <p:sp>
        <p:nvSpPr>
          <p:cNvPr id="980418530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Diego Roberto       </a:t>
            </a:r>
          </a:p>
        </p:txBody>
      </p:sp>
      <p:sp>
        <p:nvSpPr>
          <p:cNvPr id="252210279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34779</a:t>
            </a:r>
          </a:p>
        </p:txBody>
      </p:sp>
      <p:sp>
        <p:nvSpPr>
          <p:cNvPr id="1912923622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29635717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CRUZ AZCURRA        </a:t>
            </a:r>
          </a:p>
        </p:txBody>
      </p:sp>
      <p:sp>
        <p:nvSpPr>
          <p:cNvPr id="267778804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Florencia     </a:t>
            </a:r>
          </a:p>
        </p:txBody>
      </p:sp>
      <p:sp>
        <p:nvSpPr>
          <p:cNvPr id="1580118363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34780</a:t>
            </a:r>
          </a:p>
        </p:txBody>
      </p:sp>
      <p:sp>
        <p:nvSpPr>
          <p:cNvPr id="1266548139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16663109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MARTIN              </a:t>
            </a:r>
          </a:p>
        </p:txBody>
      </p:sp>
      <p:sp>
        <p:nvSpPr>
          <p:cNvPr id="1676977431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Nicolas        </a:t>
            </a:r>
          </a:p>
        </p:txBody>
      </p:sp>
      <p:sp>
        <p:nvSpPr>
          <p:cNvPr id="138429958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34803</a:t>
            </a:r>
          </a:p>
        </p:txBody>
      </p:sp>
      <p:sp>
        <p:nvSpPr>
          <p:cNvPr id="85360725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8628879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CABALLERO </a:t>
            </a:r>
          </a:p>
        </p:txBody>
      </p:sp>
      <p:sp>
        <p:nvSpPr>
          <p:cNvPr id="2063296005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Pablo          </a:t>
            </a:r>
          </a:p>
        </p:txBody>
      </p:sp>
      <p:sp>
        <p:nvSpPr>
          <p:cNvPr id="250024279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34803</a:t>
            </a:r>
          </a:p>
        </p:txBody>
      </p:sp>
      <p:sp>
        <p:nvSpPr>
          <p:cNvPr id="1680043621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37814739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CABALLERO </a:t>
            </a:r>
          </a:p>
        </p:txBody>
      </p:sp>
      <p:sp>
        <p:nvSpPr>
          <p:cNvPr id="1912067642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Pablo     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65386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87789010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486289424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536567264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802172295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34804</a:t>
            </a:r>
          </a:p>
        </p:txBody>
      </p:sp>
      <p:sp>
        <p:nvSpPr>
          <p:cNvPr id="207426199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46167512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CASTRO VIDELA       </a:t>
            </a:r>
          </a:p>
        </p:txBody>
      </p:sp>
      <p:sp>
        <p:nvSpPr>
          <p:cNvPr id="900663750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Fernando Horacio    </a:t>
            </a:r>
          </a:p>
        </p:txBody>
      </p:sp>
      <p:sp>
        <p:nvSpPr>
          <p:cNvPr id="1990902194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34804</a:t>
            </a:r>
          </a:p>
        </p:txBody>
      </p:sp>
      <p:sp>
        <p:nvSpPr>
          <p:cNvPr id="1150470651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7473769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CASTRO VIDELA       </a:t>
            </a:r>
          </a:p>
        </p:txBody>
      </p:sp>
      <p:sp>
        <p:nvSpPr>
          <p:cNvPr id="1623859591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Fernando Horacio    </a:t>
            </a:r>
          </a:p>
        </p:txBody>
      </p:sp>
      <p:sp>
        <p:nvSpPr>
          <p:cNvPr id="1985959861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34806</a:t>
            </a:r>
          </a:p>
        </p:txBody>
      </p:sp>
      <p:sp>
        <p:nvSpPr>
          <p:cNvPr id="1836542153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81507140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BONFILS             </a:t>
            </a:r>
          </a:p>
        </p:txBody>
      </p:sp>
      <p:sp>
        <p:nvSpPr>
          <p:cNvPr id="1368609373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Claudia Noemi       </a:t>
            </a:r>
          </a:p>
        </p:txBody>
      </p:sp>
      <p:sp>
        <p:nvSpPr>
          <p:cNvPr id="520388994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34839</a:t>
            </a:r>
          </a:p>
        </p:txBody>
      </p:sp>
      <p:sp>
        <p:nvSpPr>
          <p:cNvPr id="1624411574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2571990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SCHROEDER           </a:t>
            </a:r>
          </a:p>
        </p:txBody>
      </p:sp>
      <p:sp>
        <p:nvSpPr>
          <p:cNvPr id="1026753191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Natalia Mariel      </a:t>
            </a:r>
          </a:p>
        </p:txBody>
      </p:sp>
      <p:sp>
        <p:nvSpPr>
          <p:cNvPr id="1609777492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34868</a:t>
            </a:r>
          </a:p>
        </p:txBody>
      </p:sp>
      <p:sp>
        <p:nvSpPr>
          <p:cNvPr id="1531323138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03954718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SÁNCHEZ </a:t>
            </a:r>
          </a:p>
        </p:txBody>
      </p:sp>
      <p:sp>
        <p:nvSpPr>
          <p:cNvPr id="1084420236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Laura Andrea        </a:t>
            </a:r>
          </a:p>
        </p:txBody>
      </p:sp>
      <p:sp>
        <p:nvSpPr>
          <p:cNvPr id="157194363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34879</a:t>
            </a:r>
          </a:p>
        </p:txBody>
      </p:sp>
      <p:sp>
        <p:nvSpPr>
          <p:cNvPr id="560773131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5576968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VESPA               </a:t>
            </a:r>
          </a:p>
        </p:txBody>
      </p:sp>
      <p:sp>
        <p:nvSpPr>
          <p:cNvPr id="648235140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Juliana       </a:t>
            </a:r>
          </a:p>
        </p:txBody>
      </p:sp>
      <p:sp>
        <p:nvSpPr>
          <p:cNvPr id="703456749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34880</a:t>
            </a:r>
          </a:p>
        </p:txBody>
      </p:sp>
      <p:sp>
        <p:nvSpPr>
          <p:cNvPr id="1100103708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56303333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GARCIA PRIEGO       </a:t>
            </a:r>
          </a:p>
        </p:txBody>
      </p:sp>
      <p:sp>
        <p:nvSpPr>
          <p:cNvPr id="1027389716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Florencia Paola     </a:t>
            </a:r>
          </a:p>
        </p:txBody>
      </p:sp>
      <p:sp>
        <p:nvSpPr>
          <p:cNvPr id="1570434932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34889</a:t>
            </a:r>
          </a:p>
        </p:txBody>
      </p:sp>
      <p:sp>
        <p:nvSpPr>
          <p:cNvPr id="1725880494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1184262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DOMINGUEZ           </a:t>
            </a:r>
          </a:p>
        </p:txBody>
      </p:sp>
      <p:sp>
        <p:nvSpPr>
          <p:cNvPr id="1675456212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Deolindo Luis Esteba</a:t>
            </a:r>
          </a:p>
        </p:txBody>
      </p:sp>
      <p:sp>
        <p:nvSpPr>
          <p:cNvPr id="1586975620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34889</a:t>
            </a:r>
          </a:p>
        </p:txBody>
      </p:sp>
      <p:sp>
        <p:nvSpPr>
          <p:cNvPr id="552349600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15404866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DOMINGUEZ           </a:t>
            </a:r>
          </a:p>
        </p:txBody>
      </p:sp>
      <p:sp>
        <p:nvSpPr>
          <p:cNvPr id="1429714332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Deolindo Luis Esteba</a:t>
            </a:r>
          </a:p>
        </p:txBody>
      </p:sp>
      <p:sp>
        <p:nvSpPr>
          <p:cNvPr id="1014251641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34910</a:t>
            </a:r>
          </a:p>
        </p:txBody>
      </p:sp>
      <p:sp>
        <p:nvSpPr>
          <p:cNvPr id="1949624048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5888810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RODRIGUEZ     </a:t>
            </a:r>
          </a:p>
        </p:txBody>
      </p:sp>
      <p:sp>
        <p:nvSpPr>
          <p:cNvPr id="2114511554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 Micaela       </a:t>
            </a:r>
          </a:p>
        </p:txBody>
      </p:sp>
      <p:sp>
        <p:nvSpPr>
          <p:cNvPr id="2036297522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35019</a:t>
            </a:r>
          </a:p>
        </p:txBody>
      </p:sp>
      <p:sp>
        <p:nvSpPr>
          <p:cNvPr id="1753053662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7260394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OROPEL              </a:t>
            </a:r>
          </a:p>
        </p:txBody>
      </p:sp>
      <p:sp>
        <p:nvSpPr>
          <p:cNvPr id="420386591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José Darío          </a:t>
            </a:r>
          </a:p>
        </p:txBody>
      </p:sp>
      <p:sp>
        <p:nvSpPr>
          <p:cNvPr id="21623630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35056</a:t>
            </a:r>
          </a:p>
        </p:txBody>
      </p:sp>
      <p:sp>
        <p:nvSpPr>
          <p:cNvPr id="741281025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57550928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CORVALÁN            </a:t>
            </a:r>
          </a:p>
        </p:txBody>
      </p:sp>
      <p:sp>
        <p:nvSpPr>
          <p:cNvPr id="904088723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Francisco Martín    </a:t>
            </a:r>
          </a:p>
        </p:txBody>
      </p:sp>
      <p:sp>
        <p:nvSpPr>
          <p:cNvPr id="1572364936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35071</a:t>
            </a:r>
          </a:p>
        </p:txBody>
      </p:sp>
      <p:sp>
        <p:nvSpPr>
          <p:cNvPr id="195120301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93817029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LLAVER LUCA         </a:t>
            </a:r>
          </a:p>
        </p:txBody>
      </p:sp>
      <p:sp>
        <p:nvSpPr>
          <p:cNvPr id="159886170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Sebastian Alejandro </a:t>
            </a:r>
          </a:p>
        </p:txBody>
      </p:sp>
      <p:sp>
        <p:nvSpPr>
          <p:cNvPr id="704816793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35153</a:t>
            </a:r>
          </a:p>
        </p:txBody>
      </p:sp>
      <p:sp>
        <p:nvSpPr>
          <p:cNvPr id="336043099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141856930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FERREYRA ACUÑA      </a:t>
            </a:r>
          </a:p>
        </p:txBody>
      </p:sp>
      <p:sp>
        <p:nvSpPr>
          <p:cNvPr id="2068531496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Agustina Soledad    </a:t>
            </a:r>
          </a:p>
        </p:txBody>
      </p:sp>
      <p:sp>
        <p:nvSpPr>
          <p:cNvPr id="196091989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35186</a:t>
            </a:r>
          </a:p>
        </p:txBody>
      </p:sp>
      <p:sp>
        <p:nvSpPr>
          <p:cNvPr id="147814462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85883879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COROMINAS           </a:t>
            </a:r>
          </a:p>
        </p:txBody>
      </p:sp>
      <p:sp>
        <p:nvSpPr>
          <p:cNvPr id="1134322147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Diego Martín        </a:t>
            </a:r>
          </a:p>
        </p:txBody>
      </p:sp>
      <p:sp>
        <p:nvSpPr>
          <p:cNvPr id="1339990210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35187</a:t>
            </a:r>
          </a:p>
        </p:txBody>
      </p:sp>
      <p:sp>
        <p:nvSpPr>
          <p:cNvPr id="554453381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766430134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FRUITOS             </a:t>
            </a:r>
          </a:p>
        </p:txBody>
      </p:sp>
      <p:sp>
        <p:nvSpPr>
          <p:cNvPr id="784347432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Andrea Beatriz      </a:t>
            </a:r>
          </a:p>
        </p:txBody>
      </p:sp>
      <p:sp>
        <p:nvSpPr>
          <p:cNvPr id="1272664338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35188</a:t>
            </a:r>
          </a:p>
        </p:txBody>
      </p:sp>
      <p:sp>
        <p:nvSpPr>
          <p:cNvPr id="732404646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8620718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CABRAL              </a:t>
            </a:r>
          </a:p>
        </p:txBody>
      </p:sp>
      <p:sp>
        <p:nvSpPr>
          <p:cNvPr id="344925965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Martín         </a:t>
            </a:r>
          </a:p>
        </p:txBody>
      </p:sp>
      <p:sp>
        <p:nvSpPr>
          <p:cNvPr id="111233050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35188</a:t>
            </a:r>
          </a:p>
        </p:txBody>
      </p:sp>
      <p:sp>
        <p:nvSpPr>
          <p:cNvPr id="1093599979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969796027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CABRAL              </a:t>
            </a:r>
          </a:p>
        </p:txBody>
      </p:sp>
      <p:sp>
        <p:nvSpPr>
          <p:cNvPr id="753923637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Martín         </a:t>
            </a:r>
          </a:p>
        </p:txBody>
      </p:sp>
      <p:sp>
        <p:nvSpPr>
          <p:cNvPr id="104104975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35188</a:t>
            </a:r>
          </a:p>
        </p:txBody>
      </p:sp>
      <p:sp>
        <p:nvSpPr>
          <p:cNvPr id="1374027404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386922837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CABRAL              </a:t>
            </a:r>
          </a:p>
        </p:txBody>
      </p:sp>
      <p:sp>
        <p:nvSpPr>
          <p:cNvPr id="1224616921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Juan Martín         </a:t>
            </a:r>
          </a:p>
        </p:txBody>
      </p:sp>
      <p:sp>
        <p:nvSpPr>
          <p:cNvPr id="653318399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35223</a:t>
            </a:r>
          </a:p>
        </p:txBody>
      </p:sp>
      <p:sp>
        <p:nvSpPr>
          <p:cNvPr id="238444882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38646472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BRANDI              </a:t>
            </a:r>
          </a:p>
        </p:txBody>
      </p:sp>
      <p:sp>
        <p:nvSpPr>
          <p:cNvPr id="799590354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Rodolfo Gustavo 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900399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1257934284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125006473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744784945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2065875899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35223</a:t>
            </a:r>
          </a:p>
        </p:txBody>
      </p:sp>
      <p:sp>
        <p:nvSpPr>
          <p:cNvPr id="660629797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714543189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BRANDI              </a:t>
            </a:r>
          </a:p>
        </p:txBody>
      </p:sp>
      <p:sp>
        <p:nvSpPr>
          <p:cNvPr id="598823499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Rodolfo Gustavo     </a:t>
            </a:r>
          </a:p>
        </p:txBody>
      </p:sp>
      <p:sp>
        <p:nvSpPr>
          <p:cNvPr id="1318177851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35224</a:t>
            </a:r>
          </a:p>
        </p:txBody>
      </p:sp>
      <p:sp>
        <p:nvSpPr>
          <p:cNvPr id="1173839305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32417793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HUGALDE             </a:t>
            </a:r>
          </a:p>
        </p:txBody>
      </p:sp>
      <p:sp>
        <p:nvSpPr>
          <p:cNvPr id="1750653370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Inés Pilar          </a:t>
            </a:r>
          </a:p>
        </p:txBody>
      </p:sp>
      <p:sp>
        <p:nvSpPr>
          <p:cNvPr id="557742043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35249</a:t>
            </a:r>
          </a:p>
        </p:txBody>
      </p:sp>
      <p:sp>
        <p:nvSpPr>
          <p:cNvPr id="204397546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83204069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SARDÁ MÉNDEZ        </a:t>
            </a:r>
          </a:p>
        </p:txBody>
      </p:sp>
      <p:sp>
        <p:nvSpPr>
          <p:cNvPr id="220613307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Martín Miguel       </a:t>
            </a:r>
          </a:p>
        </p:txBody>
      </p:sp>
      <p:sp>
        <p:nvSpPr>
          <p:cNvPr id="1291076027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35267</a:t>
            </a:r>
          </a:p>
        </p:txBody>
      </p:sp>
      <p:sp>
        <p:nvSpPr>
          <p:cNvPr id="940016501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67624975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DÁGATA              </a:t>
            </a:r>
          </a:p>
        </p:txBody>
      </p:sp>
      <p:sp>
        <p:nvSpPr>
          <p:cNvPr id="772274672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Sofía Eleonor       </a:t>
            </a:r>
          </a:p>
        </p:txBody>
      </p:sp>
      <p:sp>
        <p:nvSpPr>
          <p:cNvPr id="229249836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35267</a:t>
            </a:r>
          </a:p>
        </p:txBody>
      </p:sp>
      <p:sp>
        <p:nvSpPr>
          <p:cNvPr id="416330934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772285812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DÁGATA              </a:t>
            </a:r>
          </a:p>
        </p:txBody>
      </p:sp>
      <p:sp>
        <p:nvSpPr>
          <p:cNvPr id="416479816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Sofía Eleonor       </a:t>
            </a:r>
          </a:p>
        </p:txBody>
      </p:sp>
      <p:sp>
        <p:nvSpPr>
          <p:cNvPr id="1127061939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35305</a:t>
            </a:r>
          </a:p>
        </p:txBody>
      </p:sp>
      <p:sp>
        <p:nvSpPr>
          <p:cNvPr id="1724242233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94877413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TESSARO             </a:t>
            </a:r>
          </a:p>
        </p:txBody>
      </p:sp>
      <p:sp>
        <p:nvSpPr>
          <p:cNvPr id="1185097194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Elisa       </a:t>
            </a:r>
          </a:p>
        </p:txBody>
      </p:sp>
      <p:sp>
        <p:nvSpPr>
          <p:cNvPr id="17713633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35305</a:t>
            </a:r>
          </a:p>
        </p:txBody>
      </p:sp>
      <p:sp>
        <p:nvSpPr>
          <p:cNvPr id="1360286545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25055853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TESSARO             </a:t>
            </a:r>
          </a:p>
        </p:txBody>
      </p:sp>
      <p:sp>
        <p:nvSpPr>
          <p:cNvPr id="795019004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Silvina Elisa       </a:t>
            </a:r>
          </a:p>
        </p:txBody>
      </p:sp>
      <p:sp>
        <p:nvSpPr>
          <p:cNvPr id="241148594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35364</a:t>
            </a:r>
          </a:p>
        </p:txBody>
      </p:sp>
      <p:sp>
        <p:nvSpPr>
          <p:cNvPr id="682777469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35795562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FANZONE             </a:t>
            </a:r>
          </a:p>
        </p:txBody>
      </p:sp>
      <p:sp>
        <p:nvSpPr>
          <p:cNvPr id="142269195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Martín Leandro      </a:t>
            </a:r>
          </a:p>
        </p:txBody>
      </p:sp>
      <p:sp>
        <p:nvSpPr>
          <p:cNvPr id="969061254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35378</a:t>
            </a:r>
          </a:p>
        </p:txBody>
      </p:sp>
      <p:sp>
        <p:nvSpPr>
          <p:cNvPr id="496517130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89435315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JIMENEZ HERRERO     </a:t>
            </a:r>
          </a:p>
        </p:txBody>
      </p:sp>
      <p:sp>
        <p:nvSpPr>
          <p:cNvPr id="118955415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Barbara             </a:t>
            </a:r>
          </a:p>
        </p:txBody>
      </p:sp>
      <p:sp>
        <p:nvSpPr>
          <p:cNvPr id="2123868195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35414</a:t>
            </a:r>
          </a:p>
        </p:txBody>
      </p:sp>
      <p:sp>
        <p:nvSpPr>
          <p:cNvPr id="379572931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55819727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BARONTINI           </a:t>
            </a:r>
          </a:p>
        </p:txBody>
      </p:sp>
      <p:sp>
        <p:nvSpPr>
          <p:cNvPr id="1680961418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Javier Miguel       </a:t>
            </a:r>
          </a:p>
        </p:txBody>
      </p:sp>
      <p:sp>
        <p:nvSpPr>
          <p:cNvPr id="177117604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35415</a:t>
            </a:r>
          </a:p>
        </p:txBody>
      </p:sp>
      <p:sp>
        <p:nvSpPr>
          <p:cNvPr id="1884890020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15289243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CORTI               </a:t>
            </a:r>
          </a:p>
        </p:txBody>
      </p:sp>
      <p:sp>
        <p:nvSpPr>
          <p:cNvPr id="266134172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Silvia Violeta      </a:t>
            </a:r>
          </a:p>
        </p:txBody>
      </p:sp>
      <p:sp>
        <p:nvSpPr>
          <p:cNvPr id="1856075750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35424</a:t>
            </a:r>
          </a:p>
        </p:txBody>
      </p:sp>
      <p:sp>
        <p:nvSpPr>
          <p:cNvPr id="717673928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77546344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CALANDRIA           </a:t>
            </a:r>
          </a:p>
        </p:txBody>
      </p:sp>
      <p:sp>
        <p:nvSpPr>
          <p:cNvPr id="208602145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Julia               </a:t>
            </a:r>
          </a:p>
        </p:txBody>
      </p:sp>
      <p:sp>
        <p:nvSpPr>
          <p:cNvPr id="1282939111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35424</a:t>
            </a:r>
          </a:p>
        </p:txBody>
      </p:sp>
      <p:sp>
        <p:nvSpPr>
          <p:cNvPr id="1621822697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111620755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CALANDRIA           </a:t>
            </a:r>
          </a:p>
        </p:txBody>
      </p:sp>
      <p:sp>
        <p:nvSpPr>
          <p:cNvPr id="695278963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Julia               </a:t>
            </a:r>
          </a:p>
        </p:txBody>
      </p:sp>
      <p:sp>
        <p:nvSpPr>
          <p:cNvPr id="1095007814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35424</a:t>
            </a:r>
          </a:p>
        </p:txBody>
      </p:sp>
      <p:sp>
        <p:nvSpPr>
          <p:cNvPr id="2008958755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</a:t>
            </a:r>
          </a:p>
        </p:txBody>
      </p:sp>
      <p:sp>
        <p:nvSpPr>
          <p:cNvPr id="1831897151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CALANDRIA           </a:t>
            </a:r>
          </a:p>
        </p:txBody>
      </p:sp>
      <p:sp>
        <p:nvSpPr>
          <p:cNvPr id="22236981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Julia               </a:t>
            </a:r>
          </a:p>
        </p:txBody>
      </p:sp>
      <p:sp>
        <p:nvSpPr>
          <p:cNvPr id="747985346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35456</a:t>
            </a:r>
          </a:p>
        </p:txBody>
      </p:sp>
      <p:sp>
        <p:nvSpPr>
          <p:cNvPr id="20440684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096676115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PEREZ               </a:t>
            </a:r>
          </a:p>
        </p:txBody>
      </p:sp>
      <p:sp>
        <p:nvSpPr>
          <p:cNvPr id="776301182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Belén         </a:t>
            </a:r>
          </a:p>
        </p:txBody>
      </p:sp>
      <p:sp>
        <p:nvSpPr>
          <p:cNvPr id="1330810349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35457</a:t>
            </a:r>
          </a:p>
        </p:txBody>
      </p:sp>
      <p:sp>
        <p:nvSpPr>
          <p:cNvPr id="887352138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00938598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MORALES </a:t>
            </a:r>
          </a:p>
        </p:txBody>
      </p:sp>
      <p:sp>
        <p:nvSpPr>
          <p:cNvPr id="1152403323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Hugo Andrés         </a:t>
            </a:r>
          </a:p>
        </p:txBody>
      </p:sp>
      <p:sp>
        <p:nvSpPr>
          <p:cNvPr id="287637368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35476</a:t>
            </a:r>
          </a:p>
        </p:txBody>
      </p:sp>
      <p:sp>
        <p:nvSpPr>
          <p:cNvPr id="335554579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373752231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VITALE GUTIERREZ    </a:t>
            </a:r>
          </a:p>
        </p:txBody>
      </p:sp>
      <p:sp>
        <p:nvSpPr>
          <p:cNvPr id="264078942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Javier Alejandro    </a:t>
            </a:r>
          </a:p>
        </p:txBody>
      </p:sp>
      <p:sp>
        <p:nvSpPr>
          <p:cNvPr id="1673563492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35476</a:t>
            </a:r>
          </a:p>
        </p:txBody>
      </p:sp>
      <p:sp>
        <p:nvSpPr>
          <p:cNvPr id="1988285285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17754028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VITALE GUTIERREZ    </a:t>
            </a:r>
          </a:p>
        </p:txBody>
      </p:sp>
      <p:sp>
        <p:nvSpPr>
          <p:cNvPr id="1259509709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Javier Alejandro    </a:t>
            </a:r>
          </a:p>
        </p:txBody>
      </p:sp>
      <p:sp>
        <p:nvSpPr>
          <p:cNvPr id="833370684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35477</a:t>
            </a:r>
          </a:p>
        </p:txBody>
      </p:sp>
      <p:sp>
        <p:nvSpPr>
          <p:cNvPr id="572740254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374312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ROULET              </a:t>
            </a:r>
          </a:p>
        </p:txBody>
      </p:sp>
      <p:sp>
        <p:nvSpPr>
          <p:cNvPr id="411705304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Emilia        </a:t>
            </a:r>
          </a:p>
        </p:txBody>
      </p:sp>
      <p:sp>
        <p:nvSpPr>
          <p:cNvPr id="338733694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35479</a:t>
            </a:r>
          </a:p>
        </p:txBody>
      </p:sp>
      <p:sp>
        <p:nvSpPr>
          <p:cNvPr id="118046861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86186646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ALONSO              </a:t>
            </a:r>
          </a:p>
        </p:txBody>
      </p:sp>
      <p:sp>
        <p:nvSpPr>
          <p:cNvPr id="2132845955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Rodrigo Emanuel  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929961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796284962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43268230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359668924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582117941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35499</a:t>
            </a:r>
          </a:p>
        </p:txBody>
      </p:sp>
      <p:sp>
        <p:nvSpPr>
          <p:cNvPr id="1868222302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853826927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GONZALEZ            </a:t>
            </a:r>
          </a:p>
        </p:txBody>
      </p:sp>
      <p:sp>
        <p:nvSpPr>
          <p:cNvPr id="783432835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Magalí Lucía Rosa   </a:t>
            </a:r>
          </a:p>
        </p:txBody>
      </p:sp>
      <p:sp>
        <p:nvSpPr>
          <p:cNvPr id="93341808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35500</a:t>
            </a:r>
          </a:p>
        </p:txBody>
      </p:sp>
      <p:sp>
        <p:nvSpPr>
          <p:cNvPr id="589763681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21155662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SARI                </a:t>
            </a:r>
          </a:p>
        </p:txBody>
      </p:sp>
      <p:sp>
        <p:nvSpPr>
          <p:cNvPr id="270393699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Santiago Eduardo    </a:t>
            </a:r>
          </a:p>
        </p:txBody>
      </p:sp>
      <p:sp>
        <p:nvSpPr>
          <p:cNvPr id="431502041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35501</a:t>
            </a:r>
          </a:p>
        </p:txBody>
      </p:sp>
      <p:sp>
        <p:nvSpPr>
          <p:cNvPr id="202527168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2532081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GINEBRA AGUILAR     </a:t>
            </a:r>
          </a:p>
        </p:txBody>
      </p:sp>
      <p:sp>
        <p:nvSpPr>
          <p:cNvPr id="1541076007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Milagros            </a:t>
            </a:r>
          </a:p>
        </p:txBody>
      </p:sp>
      <p:sp>
        <p:nvSpPr>
          <p:cNvPr id="64183182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35516</a:t>
            </a:r>
          </a:p>
        </p:txBody>
      </p:sp>
      <p:sp>
        <p:nvSpPr>
          <p:cNvPr id="689949080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0997740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FERNANDEZ ISGRO     </a:t>
            </a:r>
          </a:p>
        </p:txBody>
      </p:sp>
      <p:sp>
        <p:nvSpPr>
          <p:cNvPr id="1964115295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Manuel              </a:t>
            </a:r>
          </a:p>
        </p:txBody>
      </p:sp>
      <p:sp>
        <p:nvSpPr>
          <p:cNvPr id="1914625028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35558</a:t>
            </a:r>
          </a:p>
        </p:txBody>
      </p:sp>
      <p:sp>
        <p:nvSpPr>
          <p:cNvPr id="1207878948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658563945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BONAFEDE            </a:t>
            </a:r>
          </a:p>
        </p:txBody>
      </p:sp>
      <p:sp>
        <p:nvSpPr>
          <p:cNvPr id="353506977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Bruno               </a:t>
            </a:r>
          </a:p>
        </p:txBody>
      </p:sp>
      <p:sp>
        <p:nvSpPr>
          <p:cNvPr id="1451994837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35558</a:t>
            </a:r>
          </a:p>
        </p:txBody>
      </p:sp>
      <p:sp>
        <p:nvSpPr>
          <p:cNvPr id="1820544598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546056130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BONAFEDE            </a:t>
            </a:r>
          </a:p>
        </p:txBody>
      </p:sp>
      <p:sp>
        <p:nvSpPr>
          <p:cNvPr id="1367753279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Bruno               </a:t>
            </a:r>
          </a:p>
        </p:txBody>
      </p:sp>
      <p:sp>
        <p:nvSpPr>
          <p:cNvPr id="1164402665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35822</a:t>
            </a:r>
          </a:p>
        </p:txBody>
      </p:sp>
      <p:sp>
        <p:nvSpPr>
          <p:cNvPr id="97115544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3376288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DIAZ                </a:t>
            </a:r>
          </a:p>
        </p:txBody>
      </p:sp>
      <p:sp>
        <p:nvSpPr>
          <p:cNvPr id="1829828595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Mariano Emanuel     </a:t>
            </a:r>
          </a:p>
        </p:txBody>
      </p:sp>
      <p:sp>
        <p:nvSpPr>
          <p:cNvPr id="1963371125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35862</a:t>
            </a:r>
          </a:p>
        </p:txBody>
      </p:sp>
      <p:sp>
        <p:nvSpPr>
          <p:cNvPr id="144778073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6100860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GIL SAMMARTINO      </a:t>
            </a:r>
          </a:p>
        </p:txBody>
      </p:sp>
      <p:sp>
        <p:nvSpPr>
          <p:cNvPr id="1060963988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Raquel María </a:t>
            </a:r>
          </a:p>
        </p:txBody>
      </p:sp>
      <p:sp>
        <p:nvSpPr>
          <p:cNvPr id="1065025275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35862</a:t>
            </a:r>
          </a:p>
        </p:txBody>
      </p:sp>
      <p:sp>
        <p:nvSpPr>
          <p:cNvPr id="603599180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2126153479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GIL SAMMARTINO      </a:t>
            </a:r>
          </a:p>
        </p:txBody>
      </p:sp>
      <p:sp>
        <p:nvSpPr>
          <p:cNvPr id="133635473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Raquel María </a:t>
            </a:r>
          </a:p>
        </p:txBody>
      </p:sp>
      <p:sp>
        <p:nvSpPr>
          <p:cNvPr id="1890983596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35871</a:t>
            </a:r>
          </a:p>
        </p:txBody>
      </p:sp>
      <p:sp>
        <p:nvSpPr>
          <p:cNvPr id="1150806019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59036451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CURCI               </a:t>
            </a:r>
          </a:p>
        </p:txBody>
      </p:sp>
      <p:sp>
        <p:nvSpPr>
          <p:cNvPr id="689562465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Vanesa              </a:t>
            </a:r>
          </a:p>
        </p:txBody>
      </p:sp>
      <p:sp>
        <p:nvSpPr>
          <p:cNvPr id="1654590043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35871</a:t>
            </a:r>
          </a:p>
        </p:txBody>
      </p:sp>
      <p:sp>
        <p:nvSpPr>
          <p:cNvPr id="929107698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159482949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CURCI               </a:t>
            </a:r>
          </a:p>
        </p:txBody>
      </p:sp>
      <p:sp>
        <p:nvSpPr>
          <p:cNvPr id="116331096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Vanesa              </a:t>
            </a:r>
          </a:p>
        </p:txBody>
      </p:sp>
      <p:sp>
        <p:nvSpPr>
          <p:cNvPr id="1076266467" name="Text">
    </p:cNvPr>
          <p:cNvSpPr>
            <a:spLocks noGrp="1"/>
          </p:cNvSpPr>
          <p:nvPr/>
        </p:nvSpPr>
        <p:spPr>
          <a:xfrm rot="0">
            <a:off x="4953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35952</a:t>
            </a:r>
          </a:p>
        </p:txBody>
      </p:sp>
      <p:sp>
        <p:nvSpPr>
          <p:cNvPr id="555752188" name="Text">
    </p:cNvPr>
          <p:cNvSpPr>
            <a:spLocks noGrp="1"/>
          </p:cNvSpPr>
          <p:nvPr/>
        </p:nvSpPr>
        <p:spPr>
          <a:xfrm rot="0">
            <a:off x="1905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20642913" name="Text">
    </p:cNvPr>
          <p:cNvSpPr>
            <a:spLocks noGrp="1"/>
          </p:cNvSpPr>
          <p:nvPr/>
        </p:nvSpPr>
        <p:spPr>
          <a:xfrm rot="0">
            <a:off x="33655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FORNETTI            </a:t>
            </a:r>
          </a:p>
        </p:txBody>
      </p:sp>
      <p:sp>
        <p:nvSpPr>
          <p:cNvPr id="1213854601" name="Text">
    </p:cNvPr>
          <p:cNvSpPr>
            <a:spLocks noGrp="1"/>
          </p:cNvSpPr>
          <p:nvPr/>
        </p:nvSpPr>
        <p:spPr>
          <a:xfrm rot="0">
            <a:off x="5080000" y="5461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Omar Esteban        </a:t>
            </a:r>
          </a:p>
        </p:txBody>
      </p:sp>
      <p:sp>
        <p:nvSpPr>
          <p:cNvPr id="159632507" name="Text">
    </p:cNvPr>
          <p:cNvSpPr>
            <a:spLocks noGrp="1"/>
          </p:cNvSpPr>
          <p:nvPr/>
        </p:nvSpPr>
        <p:spPr>
          <a:xfrm rot="0">
            <a:off x="4953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36004</a:t>
            </a:r>
          </a:p>
        </p:txBody>
      </p:sp>
      <p:sp>
        <p:nvSpPr>
          <p:cNvPr id="736470046" name="Text">
    </p:cNvPr>
          <p:cNvSpPr>
            <a:spLocks noGrp="1"/>
          </p:cNvSpPr>
          <p:nvPr/>
        </p:nvSpPr>
        <p:spPr>
          <a:xfrm rot="0">
            <a:off x="1905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903805461" name="Text">
    </p:cNvPr>
          <p:cNvSpPr>
            <a:spLocks noGrp="1"/>
          </p:cNvSpPr>
          <p:nvPr/>
        </p:nvSpPr>
        <p:spPr>
          <a:xfrm rot="0">
            <a:off x="33655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ALEMANNO            </a:t>
            </a:r>
          </a:p>
        </p:txBody>
      </p:sp>
      <p:sp>
        <p:nvSpPr>
          <p:cNvPr id="1899526374" name="Text">
    </p:cNvPr>
          <p:cNvSpPr>
            <a:spLocks noGrp="1"/>
          </p:cNvSpPr>
          <p:nvPr/>
        </p:nvSpPr>
        <p:spPr>
          <a:xfrm rot="0">
            <a:off x="5080000" y="5867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Valeria Romina      </a:t>
            </a:r>
          </a:p>
        </p:txBody>
      </p:sp>
      <p:sp>
        <p:nvSpPr>
          <p:cNvPr id="847871516" name="Text">
    </p:cNvPr>
          <p:cNvSpPr>
            <a:spLocks noGrp="1"/>
          </p:cNvSpPr>
          <p:nvPr/>
        </p:nvSpPr>
        <p:spPr>
          <a:xfrm rot="0">
            <a:off x="4953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36040</a:t>
            </a:r>
          </a:p>
        </p:txBody>
      </p:sp>
      <p:sp>
        <p:nvSpPr>
          <p:cNvPr id="1622571567" name="Text">
    </p:cNvPr>
          <p:cNvSpPr>
            <a:spLocks noGrp="1"/>
          </p:cNvSpPr>
          <p:nvPr/>
        </p:nvSpPr>
        <p:spPr>
          <a:xfrm rot="0">
            <a:off x="1905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812976963" name="Text">
    </p:cNvPr>
          <p:cNvSpPr>
            <a:spLocks noGrp="1"/>
          </p:cNvSpPr>
          <p:nvPr/>
        </p:nvSpPr>
        <p:spPr>
          <a:xfrm rot="0">
            <a:off x="33655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BLANC               </a:t>
            </a:r>
          </a:p>
        </p:txBody>
      </p:sp>
      <p:sp>
        <p:nvSpPr>
          <p:cNvPr id="58349858" name="Text">
    </p:cNvPr>
          <p:cNvSpPr>
            <a:spLocks noGrp="1"/>
          </p:cNvSpPr>
          <p:nvPr/>
        </p:nvSpPr>
        <p:spPr>
          <a:xfrm rot="0">
            <a:off x="5080000" y="6273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Pablo Andrés        </a:t>
            </a:r>
          </a:p>
        </p:txBody>
      </p:sp>
      <p:sp>
        <p:nvSpPr>
          <p:cNvPr id="1433520374" name="Text">
    </p:cNvPr>
          <p:cNvSpPr>
            <a:spLocks noGrp="1"/>
          </p:cNvSpPr>
          <p:nvPr/>
        </p:nvSpPr>
        <p:spPr>
          <a:xfrm rot="0">
            <a:off x="4953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36095</a:t>
            </a:r>
          </a:p>
        </p:txBody>
      </p:sp>
      <p:sp>
        <p:nvSpPr>
          <p:cNvPr id="557890125" name="Text">
    </p:cNvPr>
          <p:cNvSpPr>
            <a:spLocks noGrp="1"/>
          </p:cNvSpPr>
          <p:nvPr/>
        </p:nvSpPr>
        <p:spPr>
          <a:xfrm rot="0">
            <a:off x="1905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545728073" name="Text">
    </p:cNvPr>
          <p:cNvSpPr>
            <a:spLocks noGrp="1"/>
          </p:cNvSpPr>
          <p:nvPr/>
        </p:nvSpPr>
        <p:spPr>
          <a:xfrm rot="0">
            <a:off x="33655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MELILLO             </a:t>
            </a:r>
          </a:p>
        </p:txBody>
      </p:sp>
      <p:sp>
        <p:nvSpPr>
          <p:cNvPr id="149066574" name="Text">
    </p:cNvPr>
          <p:cNvSpPr>
            <a:spLocks noGrp="1"/>
          </p:cNvSpPr>
          <p:nvPr/>
        </p:nvSpPr>
        <p:spPr>
          <a:xfrm rot="0">
            <a:off x="5080000" y="6680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Julieta Raquel      </a:t>
            </a:r>
          </a:p>
        </p:txBody>
      </p:sp>
      <p:sp>
        <p:nvSpPr>
          <p:cNvPr id="1395976816" name="Text">
    </p:cNvPr>
          <p:cNvSpPr>
            <a:spLocks noGrp="1"/>
          </p:cNvSpPr>
          <p:nvPr/>
        </p:nvSpPr>
        <p:spPr>
          <a:xfrm rot="0">
            <a:off x="4953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36127</a:t>
            </a:r>
          </a:p>
        </p:txBody>
      </p:sp>
      <p:sp>
        <p:nvSpPr>
          <p:cNvPr id="923503037" name="Text">
    </p:cNvPr>
          <p:cNvSpPr>
            <a:spLocks noGrp="1"/>
          </p:cNvSpPr>
          <p:nvPr/>
        </p:nvSpPr>
        <p:spPr>
          <a:xfrm rot="0">
            <a:off x="1905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451225990" name="Text">
    </p:cNvPr>
          <p:cNvSpPr>
            <a:spLocks noGrp="1"/>
          </p:cNvSpPr>
          <p:nvPr/>
        </p:nvSpPr>
        <p:spPr>
          <a:xfrm rot="0">
            <a:off x="33655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TARABELLI           </a:t>
            </a:r>
          </a:p>
        </p:txBody>
      </p:sp>
      <p:sp>
        <p:nvSpPr>
          <p:cNvPr id="1783434951" name="Text">
    </p:cNvPr>
          <p:cNvSpPr>
            <a:spLocks noGrp="1"/>
          </p:cNvSpPr>
          <p:nvPr/>
        </p:nvSpPr>
        <p:spPr>
          <a:xfrm rot="0">
            <a:off x="5080000" y="7086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Mauricio Javier     </a:t>
            </a:r>
          </a:p>
        </p:txBody>
      </p:sp>
      <p:sp>
        <p:nvSpPr>
          <p:cNvPr id="1761960278" name="Text">
    </p:cNvPr>
          <p:cNvSpPr>
            <a:spLocks noGrp="1"/>
          </p:cNvSpPr>
          <p:nvPr/>
        </p:nvSpPr>
        <p:spPr>
          <a:xfrm rot="0">
            <a:off x="4953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36130</a:t>
            </a:r>
          </a:p>
        </p:txBody>
      </p:sp>
      <p:sp>
        <p:nvSpPr>
          <p:cNvPr id="1614383863" name="Text">
    </p:cNvPr>
          <p:cNvSpPr>
            <a:spLocks noGrp="1"/>
          </p:cNvSpPr>
          <p:nvPr/>
        </p:nvSpPr>
        <p:spPr>
          <a:xfrm rot="0">
            <a:off x="1905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41189243" name="Text">
    </p:cNvPr>
          <p:cNvSpPr>
            <a:spLocks noGrp="1"/>
          </p:cNvSpPr>
          <p:nvPr/>
        </p:nvSpPr>
        <p:spPr>
          <a:xfrm rot="0">
            <a:off x="33655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LUJAN               </a:t>
            </a:r>
          </a:p>
        </p:txBody>
      </p:sp>
      <p:sp>
        <p:nvSpPr>
          <p:cNvPr id="1187645033" name="Text">
    </p:cNvPr>
          <p:cNvSpPr>
            <a:spLocks noGrp="1"/>
          </p:cNvSpPr>
          <p:nvPr/>
        </p:nvSpPr>
        <p:spPr>
          <a:xfrm rot="0">
            <a:off x="5080000" y="7493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Cecilia Estefania   </a:t>
            </a:r>
          </a:p>
        </p:txBody>
      </p:sp>
      <p:sp>
        <p:nvSpPr>
          <p:cNvPr id="2037054413" name="Text">
    </p:cNvPr>
          <p:cNvSpPr>
            <a:spLocks noGrp="1"/>
          </p:cNvSpPr>
          <p:nvPr/>
        </p:nvSpPr>
        <p:spPr>
          <a:xfrm rot="0">
            <a:off x="4953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36165</a:t>
            </a:r>
          </a:p>
        </p:txBody>
      </p:sp>
      <p:sp>
        <p:nvSpPr>
          <p:cNvPr id="1589218817" name="Text">
    </p:cNvPr>
          <p:cNvSpPr>
            <a:spLocks noGrp="1"/>
          </p:cNvSpPr>
          <p:nvPr/>
        </p:nvSpPr>
        <p:spPr>
          <a:xfrm rot="0">
            <a:off x="1905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746539580" name="Text">
    </p:cNvPr>
          <p:cNvSpPr>
            <a:spLocks noGrp="1"/>
          </p:cNvSpPr>
          <p:nvPr/>
        </p:nvSpPr>
        <p:spPr>
          <a:xfrm rot="0">
            <a:off x="33655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MALOVINI            </a:t>
            </a:r>
          </a:p>
        </p:txBody>
      </p:sp>
      <p:sp>
        <p:nvSpPr>
          <p:cNvPr id="136750217" name="Text">
    </p:cNvPr>
          <p:cNvSpPr>
            <a:spLocks noGrp="1"/>
          </p:cNvSpPr>
          <p:nvPr/>
        </p:nvSpPr>
        <p:spPr>
          <a:xfrm rot="0">
            <a:off x="5080000" y="7899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Emiliano Jesús      </a:t>
            </a:r>
          </a:p>
        </p:txBody>
      </p:sp>
      <p:sp>
        <p:nvSpPr>
          <p:cNvPr id="553394829" name="Text">
    </p:cNvPr>
          <p:cNvSpPr>
            <a:spLocks noGrp="1"/>
          </p:cNvSpPr>
          <p:nvPr/>
        </p:nvSpPr>
        <p:spPr>
          <a:xfrm rot="0">
            <a:off x="4953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36214</a:t>
            </a:r>
          </a:p>
        </p:txBody>
      </p:sp>
      <p:sp>
        <p:nvSpPr>
          <p:cNvPr id="155215846" name="Text">
    </p:cNvPr>
          <p:cNvSpPr>
            <a:spLocks noGrp="1"/>
          </p:cNvSpPr>
          <p:nvPr/>
        </p:nvSpPr>
        <p:spPr>
          <a:xfrm rot="0">
            <a:off x="1905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67576264" name="Text">
    </p:cNvPr>
          <p:cNvSpPr>
            <a:spLocks noGrp="1"/>
          </p:cNvSpPr>
          <p:nvPr/>
        </p:nvSpPr>
        <p:spPr>
          <a:xfrm rot="0">
            <a:off x="33655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TRUJILLO            </a:t>
            </a:r>
          </a:p>
        </p:txBody>
      </p:sp>
      <p:sp>
        <p:nvSpPr>
          <p:cNvPr id="145192051" name="Text">
    </p:cNvPr>
          <p:cNvSpPr>
            <a:spLocks noGrp="1"/>
          </p:cNvSpPr>
          <p:nvPr/>
        </p:nvSpPr>
        <p:spPr>
          <a:xfrm rot="0">
            <a:off x="5080000" y="8305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Karina Elizabeth    </a:t>
            </a:r>
          </a:p>
        </p:txBody>
      </p:sp>
      <p:sp>
        <p:nvSpPr>
          <p:cNvPr id="701378165" name="Text">
    </p:cNvPr>
          <p:cNvSpPr>
            <a:spLocks noGrp="1"/>
          </p:cNvSpPr>
          <p:nvPr/>
        </p:nvSpPr>
        <p:spPr>
          <a:xfrm rot="0">
            <a:off x="4953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36215</a:t>
            </a:r>
          </a:p>
        </p:txBody>
      </p:sp>
      <p:sp>
        <p:nvSpPr>
          <p:cNvPr id="525080772" name="Text">
    </p:cNvPr>
          <p:cNvSpPr>
            <a:spLocks noGrp="1"/>
          </p:cNvSpPr>
          <p:nvPr/>
        </p:nvSpPr>
        <p:spPr>
          <a:xfrm rot="0">
            <a:off x="1905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022229481" name="Text">
    </p:cNvPr>
          <p:cNvSpPr>
            <a:spLocks noGrp="1"/>
          </p:cNvSpPr>
          <p:nvPr/>
        </p:nvSpPr>
        <p:spPr>
          <a:xfrm rot="0">
            <a:off x="33655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ELORGA NAVARRO      </a:t>
            </a:r>
          </a:p>
        </p:txBody>
      </p:sp>
      <p:sp>
        <p:nvSpPr>
          <p:cNvPr id="741711167" name="Text">
    </p:cNvPr>
          <p:cNvSpPr>
            <a:spLocks noGrp="1"/>
          </p:cNvSpPr>
          <p:nvPr/>
        </p:nvSpPr>
        <p:spPr>
          <a:xfrm rot="0">
            <a:off x="5080000" y="8712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Josefina María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496581" name="Text">
    </p:cNvPr>
          <p:cNvSpPr>
            <a:spLocks noGrp="1"/>
          </p:cNvSpPr>
          <p:nvPr/>
        </p:nvSpPr>
        <p:spPr>
          <a:xfrm rot="0">
            <a:off x="4953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legajo</a:t>
            </a:r>
          </a:p>
        </p:txBody>
      </p:sp>
      <p:sp>
        <p:nvSpPr>
          <p:cNvPr id="747896821" name="Text">
    </p:cNvPr>
          <p:cNvSpPr>
            <a:spLocks noGrp="1"/>
          </p:cNvSpPr>
          <p:nvPr/>
        </p:nvSpPr>
        <p:spPr>
          <a:xfrm rot="0">
            <a:off x="1905000" y="6985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ncargo</a:t>
            </a:r>
          </a:p>
        </p:txBody>
      </p:sp>
      <p:sp>
        <p:nvSpPr>
          <p:cNvPr id="680084656" name="Text">
    </p:cNvPr>
          <p:cNvSpPr>
            <a:spLocks noGrp="1"/>
          </p:cNvSpPr>
          <p:nvPr/>
        </p:nvSpPr>
        <p:spPr>
          <a:xfrm rot="0">
            <a:off x="35941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apellido</a:t>
            </a:r>
          </a:p>
        </p:txBody>
      </p:sp>
      <p:sp>
        <p:nvSpPr>
          <p:cNvPr id="1274844058" name="Text">
    </p:cNvPr>
          <p:cNvSpPr>
            <a:spLocks noGrp="1"/>
          </p:cNvSpPr>
          <p:nvPr/>
        </p:nvSpPr>
        <p:spPr>
          <a:xfrm rot="0">
            <a:off x="5080000" y="7239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nombre</a:t>
            </a:r>
          </a:p>
        </p:txBody>
      </p:sp>
      <p:sp>
        <p:nvSpPr>
          <p:cNvPr id="859736687" name="Text">
    </p:cNvPr>
          <p:cNvSpPr>
            <a:spLocks noGrp="1"/>
          </p:cNvSpPr>
          <p:nvPr/>
        </p:nvSpPr>
        <p:spPr>
          <a:xfrm rot="0">
            <a:off x="4953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36216</a:t>
            </a:r>
          </a:p>
        </p:txBody>
      </p:sp>
      <p:sp>
        <p:nvSpPr>
          <p:cNvPr id="1324521393" name="Text">
    </p:cNvPr>
          <p:cNvSpPr>
            <a:spLocks noGrp="1"/>
          </p:cNvSpPr>
          <p:nvPr/>
        </p:nvSpPr>
        <p:spPr>
          <a:xfrm rot="0">
            <a:off x="1905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15567349" name="Text">
    </p:cNvPr>
          <p:cNvSpPr>
            <a:spLocks noGrp="1"/>
          </p:cNvSpPr>
          <p:nvPr/>
        </p:nvSpPr>
        <p:spPr>
          <a:xfrm rot="0">
            <a:off x="33655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DIAZ                </a:t>
            </a:r>
          </a:p>
        </p:txBody>
      </p:sp>
      <p:sp>
        <p:nvSpPr>
          <p:cNvPr id="823614599" name="Text">
    </p:cNvPr>
          <p:cNvSpPr>
            <a:spLocks noGrp="1"/>
          </p:cNvSpPr>
          <p:nvPr/>
        </p:nvSpPr>
        <p:spPr>
          <a:xfrm rot="0">
            <a:off x="5080000" y="990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Verónica Alicia     </a:t>
            </a:r>
          </a:p>
        </p:txBody>
      </p:sp>
      <p:sp>
        <p:nvSpPr>
          <p:cNvPr id="1958460478" name="Text">
    </p:cNvPr>
          <p:cNvSpPr>
            <a:spLocks noGrp="1"/>
          </p:cNvSpPr>
          <p:nvPr/>
        </p:nvSpPr>
        <p:spPr>
          <a:xfrm rot="0">
            <a:off x="4953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36220</a:t>
            </a:r>
          </a:p>
        </p:txBody>
      </p:sp>
      <p:sp>
        <p:nvSpPr>
          <p:cNvPr id="1363396177" name="Text">
    </p:cNvPr>
          <p:cNvSpPr>
            <a:spLocks noGrp="1"/>
          </p:cNvSpPr>
          <p:nvPr/>
        </p:nvSpPr>
        <p:spPr>
          <a:xfrm rot="0">
            <a:off x="1905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49033349" name="Text">
    </p:cNvPr>
          <p:cNvSpPr>
            <a:spLocks noGrp="1"/>
          </p:cNvSpPr>
          <p:nvPr/>
        </p:nvSpPr>
        <p:spPr>
          <a:xfrm rot="0">
            <a:off x="33655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BECERRA             </a:t>
            </a:r>
          </a:p>
        </p:txBody>
      </p:sp>
      <p:sp>
        <p:nvSpPr>
          <p:cNvPr id="1042450374" name="Text">
    </p:cNvPr>
          <p:cNvSpPr>
            <a:spLocks noGrp="1"/>
          </p:cNvSpPr>
          <p:nvPr/>
        </p:nvSpPr>
        <p:spPr>
          <a:xfrm rot="0">
            <a:off x="5080000" y="1397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Lucia Maribel       </a:t>
            </a:r>
          </a:p>
        </p:txBody>
      </p:sp>
      <p:sp>
        <p:nvSpPr>
          <p:cNvPr id="1291843592" name="Text">
    </p:cNvPr>
          <p:cNvSpPr>
            <a:spLocks noGrp="1"/>
          </p:cNvSpPr>
          <p:nvPr/>
        </p:nvSpPr>
        <p:spPr>
          <a:xfrm rot="0">
            <a:off x="4953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36253</a:t>
            </a:r>
          </a:p>
        </p:txBody>
      </p:sp>
      <p:sp>
        <p:nvSpPr>
          <p:cNvPr id="955579574" name="Text">
    </p:cNvPr>
          <p:cNvSpPr>
            <a:spLocks noGrp="1"/>
          </p:cNvSpPr>
          <p:nvPr/>
        </p:nvSpPr>
        <p:spPr>
          <a:xfrm rot="0">
            <a:off x="1905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543187952" name="Text">
    </p:cNvPr>
          <p:cNvSpPr>
            <a:spLocks noGrp="1"/>
          </p:cNvSpPr>
          <p:nvPr/>
        </p:nvSpPr>
        <p:spPr>
          <a:xfrm rot="0">
            <a:off x="33655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ALLOGGIA            </a:t>
            </a:r>
          </a:p>
        </p:txBody>
      </p:sp>
      <p:sp>
        <p:nvSpPr>
          <p:cNvPr id="1199904445" name="Text">
    </p:cNvPr>
          <p:cNvSpPr>
            <a:spLocks noGrp="1"/>
          </p:cNvSpPr>
          <p:nvPr/>
        </p:nvSpPr>
        <p:spPr>
          <a:xfrm rot="0">
            <a:off x="5080000" y="1803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Florencia Pía       </a:t>
            </a:r>
          </a:p>
        </p:txBody>
      </p:sp>
      <p:sp>
        <p:nvSpPr>
          <p:cNvPr id="1922561785" name="Text">
    </p:cNvPr>
          <p:cNvSpPr>
            <a:spLocks noGrp="1"/>
          </p:cNvSpPr>
          <p:nvPr/>
        </p:nvSpPr>
        <p:spPr>
          <a:xfrm rot="0">
            <a:off x="4953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36280</a:t>
            </a:r>
          </a:p>
        </p:txBody>
      </p:sp>
      <p:sp>
        <p:nvSpPr>
          <p:cNvPr id="1456967733" name="Text">
    </p:cNvPr>
          <p:cNvSpPr>
            <a:spLocks noGrp="1"/>
          </p:cNvSpPr>
          <p:nvPr/>
        </p:nvSpPr>
        <p:spPr>
          <a:xfrm rot="0">
            <a:off x="1905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48145437" name="Text">
    </p:cNvPr>
          <p:cNvSpPr>
            <a:spLocks noGrp="1"/>
          </p:cNvSpPr>
          <p:nvPr/>
        </p:nvSpPr>
        <p:spPr>
          <a:xfrm rot="0">
            <a:off x="33655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RUIZ                </a:t>
            </a:r>
          </a:p>
        </p:txBody>
      </p:sp>
      <p:sp>
        <p:nvSpPr>
          <p:cNvPr id="2136280653" name="Text">
    </p:cNvPr>
          <p:cNvSpPr>
            <a:spLocks noGrp="1"/>
          </p:cNvSpPr>
          <p:nvPr/>
        </p:nvSpPr>
        <p:spPr>
          <a:xfrm rot="0">
            <a:off x="5080000" y="2209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Cintai Liliana      </a:t>
            </a:r>
          </a:p>
        </p:txBody>
      </p:sp>
      <p:sp>
        <p:nvSpPr>
          <p:cNvPr id="689840778" name="Text">
    </p:cNvPr>
          <p:cNvSpPr>
            <a:spLocks noGrp="1"/>
          </p:cNvSpPr>
          <p:nvPr/>
        </p:nvSpPr>
        <p:spPr>
          <a:xfrm rot="0">
            <a:off x="4953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36281</a:t>
            </a:r>
          </a:p>
        </p:txBody>
      </p:sp>
      <p:sp>
        <p:nvSpPr>
          <p:cNvPr id="2037229340" name="Text">
    </p:cNvPr>
          <p:cNvSpPr>
            <a:spLocks noGrp="1"/>
          </p:cNvSpPr>
          <p:nvPr/>
        </p:nvSpPr>
        <p:spPr>
          <a:xfrm rot="0">
            <a:off x="1905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234249612" name="Text">
    </p:cNvPr>
          <p:cNvSpPr>
            <a:spLocks noGrp="1"/>
          </p:cNvSpPr>
          <p:nvPr/>
        </p:nvSpPr>
        <p:spPr>
          <a:xfrm rot="0">
            <a:off x="33655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PEREYRA             </a:t>
            </a:r>
          </a:p>
        </p:txBody>
      </p:sp>
      <p:sp>
        <p:nvSpPr>
          <p:cNvPr id="695703933" name="Text">
    </p:cNvPr>
          <p:cNvSpPr>
            <a:spLocks noGrp="1"/>
          </p:cNvSpPr>
          <p:nvPr/>
        </p:nvSpPr>
        <p:spPr>
          <a:xfrm rot="0">
            <a:off x="5080000" y="2616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Federico Andrés     </a:t>
            </a:r>
          </a:p>
        </p:txBody>
      </p:sp>
      <p:sp>
        <p:nvSpPr>
          <p:cNvPr id="1795027663" name="Text">
    </p:cNvPr>
          <p:cNvSpPr>
            <a:spLocks noGrp="1"/>
          </p:cNvSpPr>
          <p:nvPr/>
        </p:nvSpPr>
        <p:spPr>
          <a:xfrm rot="0">
            <a:off x="4953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36282</a:t>
            </a:r>
          </a:p>
        </p:txBody>
      </p:sp>
      <p:sp>
        <p:nvSpPr>
          <p:cNvPr id="1179658985" name="Text">
    </p:cNvPr>
          <p:cNvSpPr>
            <a:spLocks noGrp="1"/>
          </p:cNvSpPr>
          <p:nvPr/>
        </p:nvSpPr>
        <p:spPr>
          <a:xfrm rot="0">
            <a:off x="1905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959531791" name="Text">
    </p:cNvPr>
          <p:cNvSpPr>
            <a:spLocks noGrp="1"/>
          </p:cNvSpPr>
          <p:nvPr/>
        </p:nvSpPr>
        <p:spPr>
          <a:xfrm rot="0">
            <a:off x="33655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RUGGERI             </a:t>
            </a:r>
          </a:p>
        </p:txBody>
      </p:sp>
      <p:sp>
        <p:nvSpPr>
          <p:cNvPr id="1396106014" name="Text">
    </p:cNvPr>
          <p:cNvSpPr>
            <a:spLocks noGrp="1"/>
          </p:cNvSpPr>
          <p:nvPr/>
        </p:nvSpPr>
        <p:spPr>
          <a:xfrm rot="0">
            <a:off x="5080000" y="3022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Ana Paula           </a:t>
            </a:r>
          </a:p>
        </p:txBody>
      </p:sp>
      <p:sp>
        <p:nvSpPr>
          <p:cNvPr id="947450176" name="Text">
    </p:cNvPr>
          <p:cNvSpPr>
            <a:spLocks noGrp="1"/>
          </p:cNvSpPr>
          <p:nvPr/>
        </p:nvSpPr>
        <p:spPr>
          <a:xfrm rot="0">
            <a:off x="4953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36283</a:t>
            </a:r>
          </a:p>
        </p:txBody>
      </p:sp>
      <p:sp>
        <p:nvSpPr>
          <p:cNvPr id="203865527" name="Text">
    </p:cNvPr>
          <p:cNvSpPr>
            <a:spLocks noGrp="1"/>
          </p:cNvSpPr>
          <p:nvPr/>
        </p:nvSpPr>
        <p:spPr>
          <a:xfrm rot="0">
            <a:off x="1905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131495324" name="Text">
    </p:cNvPr>
          <p:cNvSpPr>
            <a:spLocks noGrp="1"/>
          </p:cNvSpPr>
          <p:nvPr/>
        </p:nvSpPr>
        <p:spPr>
          <a:xfrm rot="0">
            <a:off x="33655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RODRIGUEZ           </a:t>
            </a:r>
          </a:p>
        </p:txBody>
      </p:sp>
      <p:sp>
        <p:nvSpPr>
          <p:cNvPr id="1074216283" name="Text">
    </p:cNvPr>
          <p:cNvSpPr>
            <a:spLocks noGrp="1"/>
          </p:cNvSpPr>
          <p:nvPr/>
        </p:nvSpPr>
        <p:spPr>
          <a:xfrm rot="0">
            <a:off x="5080000" y="34290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Brenda María Celeste</a:t>
            </a:r>
          </a:p>
        </p:txBody>
      </p:sp>
      <p:sp>
        <p:nvSpPr>
          <p:cNvPr id="458048052" name="Text">
    </p:cNvPr>
          <p:cNvSpPr>
            <a:spLocks noGrp="1"/>
          </p:cNvSpPr>
          <p:nvPr/>
        </p:nvSpPr>
        <p:spPr>
          <a:xfrm rot="0">
            <a:off x="4953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36284</a:t>
            </a:r>
          </a:p>
        </p:txBody>
      </p:sp>
      <p:sp>
        <p:nvSpPr>
          <p:cNvPr id="1832219116" name="Text">
    </p:cNvPr>
          <p:cNvSpPr>
            <a:spLocks noGrp="1"/>
          </p:cNvSpPr>
          <p:nvPr/>
        </p:nvSpPr>
        <p:spPr>
          <a:xfrm rot="0">
            <a:off x="1905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338668279" name="Text">
    </p:cNvPr>
          <p:cNvSpPr>
            <a:spLocks noGrp="1"/>
          </p:cNvSpPr>
          <p:nvPr/>
        </p:nvSpPr>
        <p:spPr>
          <a:xfrm rot="0">
            <a:off x="33655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LOPEZ               </a:t>
            </a:r>
          </a:p>
        </p:txBody>
      </p:sp>
      <p:sp>
        <p:nvSpPr>
          <p:cNvPr id="1959079181" name="Text">
    </p:cNvPr>
          <p:cNvSpPr>
            <a:spLocks noGrp="1"/>
          </p:cNvSpPr>
          <p:nvPr/>
        </p:nvSpPr>
        <p:spPr>
          <a:xfrm rot="0">
            <a:off x="5080000" y="38354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Tania Sabrina       </a:t>
            </a:r>
          </a:p>
        </p:txBody>
      </p:sp>
      <p:sp>
        <p:nvSpPr>
          <p:cNvPr id="1024519263" name="Text">
    </p:cNvPr>
          <p:cNvSpPr>
            <a:spLocks noGrp="1"/>
          </p:cNvSpPr>
          <p:nvPr/>
        </p:nvSpPr>
        <p:spPr>
          <a:xfrm rot="0">
            <a:off x="4953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36285</a:t>
            </a:r>
          </a:p>
        </p:txBody>
      </p:sp>
      <p:sp>
        <p:nvSpPr>
          <p:cNvPr id="571371595" name="Text">
    </p:cNvPr>
          <p:cNvSpPr>
            <a:spLocks noGrp="1"/>
          </p:cNvSpPr>
          <p:nvPr/>
        </p:nvSpPr>
        <p:spPr>
          <a:xfrm rot="0">
            <a:off x="1905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1643011428" name="Text">
    </p:cNvPr>
          <p:cNvSpPr>
            <a:spLocks noGrp="1"/>
          </p:cNvSpPr>
          <p:nvPr/>
        </p:nvSpPr>
        <p:spPr>
          <a:xfrm rot="0">
            <a:off x="33655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BAIGORRIA GARCIA    </a:t>
            </a:r>
          </a:p>
        </p:txBody>
      </p:sp>
      <p:sp>
        <p:nvSpPr>
          <p:cNvPr id="1748337270" name="Text">
    </p:cNvPr>
          <p:cNvSpPr>
            <a:spLocks noGrp="1"/>
          </p:cNvSpPr>
          <p:nvPr/>
        </p:nvSpPr>
        <p:spPr>
          <a:xfrm rot="0">
            <a:off x="5080000" y="42418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María Victoria      </a:t>
            </a:r>
          </a:p>
        </p:txBody>
      </p:sp>
      <p:sp>
        <p:nvSpPr>
          <p:cNvPr id="285754989" name="Text">
    </p:cNvPr>
          <p:cNvSpPr>
            <a:spLocks noGrp="1"/>
          </p:cNvSpPr>
          <p:nvPr/>
        </p:nvSpPr>
        <p:spPr>
          <a:xfrm rot="0">
            <a:off x="4953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25937</a:t>
            </a:r>
          </a:p>
        </p:txBody>
      </p:sp>
      <p:sp>
        <p:nvSpPr>
          <p:cNvPr id="910665431" name="Text">
    </p:cNvPr>
          <p:cNvSpPr>
            <a:spLocks noGrp="1"/>
          </p:cNvSpPr>
          <p:nvPr/>
        </p:nvSpPr>
        <p:spPr>
          <a:xfrm rot="0">
            <a:off x="1905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0</a:t>
            </a:r>
          </a:p>
        </p:txBody>
      </p:sp>
      <p:sp>
        <p:nvSpPr>
          <p:cNvPr id="437946648" name="Text">
    </p:cNvPr>
          <p:cNvSpPr>
            <a:spLocks noGrp="1"/>
          </p:cNvSpPr>
          <p:nvPr/>
        </p:nvSpPr>
        <p:spPr>
          <a:xfrm rot="0">
            <a:off x="33655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ANTONIOLLI          </a:t>
            </a:r>
          </a:p>
        </p:txBody>
      </p:sp>
      <p:sp>
        <p:nvSpPr>
          <p:cNvPr id="1142854667" name="Text">
    </p:cNvPr>
          <p:cNvSpPr>
            <a:spLocks noGrp="1"/>
          </p:cNvSpPr>
          <p:nvPr/>
        </p:nvSpPr>
        <p:spPr>
          <a:xfrm rot="0">
            <a:off x="5080000" y="46482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Andrea Noelia       </a:t>
            </a:r>
          </a:p>
        </p:txBody>
      </p:sp>
      <p:sp>
        <p:nvSpPr>
          <p:cNvPr id="864649501" name="Text">
    </p:cNvPr>
          <p:cNvSpPr>
            <a:spLocks noGrp="1"/>
          </p:cNvSpPr>
          <p:nvPr/>
        </p:nvSpPr>
        <p:spPr>
          <a:xfrm rot="0">
            <a:off x="4953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25937</a:t>
            </a:r>
          </a:p>
        </p:txBody>
      </p:sp>
      <p:sp>
        <p:nvSpPr>
          <p:cNvPr id="142324058" name="Text">
    </p:cNvPr>
          <p:cNvSpPr>
            <a:spLocks noGrp="1"/>
          </p:cNvSpPr>
          <p:nvPr/>
        </p:nvSpPr>
        <p:spPr>
          <a:xfrm rot="0">
            <a:off x="1905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1</a:t>
            </a:r>
          </a:p>
        </p:txBody>
      </p:sp>
      <p:sp>
        <p:nvSpPr>
          <p:cNvPr id="1891143695" name="Text">
    </p:cNvPr>
          <p:cNvSpPr>
            <a:spLocks noGrp="1"/>
          </p:cNvSpPr>
          <p:nvPr/>
        </p:nvSpPr>
        <p:spPr>
          <a:xfrm rot="0">
            <a:off x="33655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ANTONIOLLI          </a:t>
            </a:r>
          </a:p>
        </p:txBody>
      </p:sp>
      <p:sp>
        <p:nvSpPr>
          <p:cNvPr id="1694106265" name="Text">
    </p:cNvPr>
          <p:cNvSpPr>
            <a:spLocks noGrp="1"/>
          </p:cNvSpPr>
          <p:nvPr/>
        </p:nvSpPr>
        <p:spPr>
          <a:xfrm rot="0">
            <a:off x="5080000" y="5054600"/>
            <a:ext cx="12700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SansSerif"/>
                <a:ea typeface="SansSerif"/>
                <a:cs typeface="SansSerif"/>
              </a:defRPr>
            </a:pPr>
            <a:r>
              <a:rPr sz="1000">
</a:rPr>
              <a:t>Andrea Noelia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